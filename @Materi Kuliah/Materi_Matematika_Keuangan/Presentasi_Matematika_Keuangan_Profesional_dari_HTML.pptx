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fdbf0d8b7f49fc" /><Relationship Type="http://schemas.openxmlformats.org/officeDocument/2006/relationships/extended-properties" Target="/docProps/app.xml" Id="Rb2b21745d31243f2" /><Relationship Type="http://schemas.openxmlformats.org/officeDocument/2006/relationships/officeDocument" Target="/ppt/presentation.xml" Id="R5d9610b6968d40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329b7296454bd4"/>
  </p:sldMasterIdLst>
  <p:notesMasterIdLst>
    <p:notesMasterId xmlns:r="http://schemas.openxmlformats.org/officeDocument/2006/relationships" r:id="R22843269f7eb40f3"/>
  </p:notesMasterIdLst>
  <p:sldIdLst>
    <p:sldId xmlns:r="http://schemas.openxmlformats.org/officeDocument/2006/relationships" id="256" r:id="R830f029bccdb4423"/>
    <p:sldId xmlns:r="http://schemas.openxmlformats.org/officeDocument/2006/relationships" id="257" r:id="Ra06adb8de05143f3"/>
    <p:sldId xmlns:r="http://schemas.openxmlformats.org/officeDocument/2006/relationships" id="258" r:id="Rf45295bd681b45ae"/>
    <p:sldId xmlns:r="http://schemas.openxmlformats.org/officeDocument/2006/relationships" id="259" r:id="Rec3d894203cb4b50"/>
    <p:sldId xmlns:r="http://schemas.openxmlformats.org/officeDocument/2006/relationships" id="260" r:id="Rfe6743db9ae74b5f"/>
    <p:sldId xmlns:r="http://schemas.openxmlformats.org/officeDocument/2006/relationships" id="261" r:id="Rbc718542e5ca490b"/>
    <p:sldId xmlns:r="http://schemas.openxmlformats.org/officeDocument/2006/relationships" id="262" r:id="R41f237fc463d4873"/>
    <p:sldId xmlns:r="http://schemas.openxmlformats.org/officeDocument/2006/relationships" id="263" r:id="Rcfbca37fc1e74523"/>
    <p:sldId xmlns:r="http://schemas.openxmlformats.org/officeDocument/2006/relationships" id="264" r:id="Rbe73f63e8a654eea"/>
    <p:sldId xmlns:r="http://schemas.openxmlformats.org/officeDocument/2006/relationships" id="265" r:id="Re75df012a26a4f92"/>
    <p:sldId xmlns:r="http://schemas.openxmlformats.org/officeDocument/2006/relationships" id="266" r:id="R462fdc749b3e4d10"/>
    <p:sldId xmlns:r="http://schemas.openxmlformats.org/officeDocument/2006/relationships" id="267" r:id="Rc17269b8ca914089"/>
    <p:sldId xmlns:r="http://schemas.openxmlformats.org/officeDocument/2006/relationships" id="268" r:id="Rc8237115965941c0"/>
    <p:sldId xmlns:r="http://schemas.openxmlformats.org/officeDocument/2006/relationships" id="269" r:id="R996240cf1c604c63"/>
    <p:sldId xmlns:r="http://schemas.openxmlformats.org/officeDocument/2006/relationships" id="270" r:id="Ra3c484c4f3c54950"/>
    <p:sldId xmlns:r="http://schemas.openxmlformats.org/officeDocument/2006/relationships" id="271" r:id="R5ec49f6f6eb24ba2"/>
    <p:sldId xmlns:r="http://schemas.openxmlformats.org/officeDocument/2006/relationships" id="272" r:id="R2e01dd1e66c945e8"/>
    <p:sldId xmlns:r="http://schemas.openxmlformats.org/officeDocument/2006/relationships" id="273" r:id="Rd3d330f7910a4a21"/>
    <p:sldId xmlns:r="http://schemas.openxmlformats.org/officeDocument/2006/relationships" id="274" r:id="R1d512c9d5e584539"/>
    <p:sldId xmlns:r="http://schemas.openxmlformats.org/officeDocument/2006/relationships" id="275" r:id="R2ad6841cf05f44d2"/>
    <p:sldId xmlns:r="http://schemas.openxmlformats.org/officeDocument/2006/relationships" id="276" r:id="Rd8319504642346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eabb26c37f4ab5" /><Relationship Type="http://schemas.openxmlformats.org/officeDocument/2006/relationships/slideMaster" Target="/ppt/slideMasters/slideMaster1.xml" Id="R45329b7296454bd4" /><Relationship Type="http://schemas.openxmlformats.org/officeDocument/2006/relationships/notesMaster" Target="/ppt/notesMasters/notesMaster1.xml" Id="R22843269f7eb40f3" /><Relationship Type="http://schemas.openxmlformats.org/officeDocument/2006/relationships/presProps" Target="/ppt/presProps.xml" Id="R42183030abca4f26" /><Relationship Type="http://schemas.openxmlformats.org/officeDocument/2006/relationships/tableStyles" Target="/ppt/tableStyles.xml" Id="R77bbab8751f849ca" /><Relationship Type="http://schemas.openxmlformats.org/officeDocument/2006/relationships/slide" Target="/ppt/slides/slide1.xml" Id="R830f029bccdb4423" /><Relationship Type="http://schemas.openxmlformats.org/officeDocument/2006/relationships/slide" Target="/ppt/slides/slide2.xml" Id="Ra06adb8de05143f3" /><Relationship Type="http://schemas.openxmlformats.org/officeDocument/2006/relationships/slide" Target="/ppt/slides/slide3.xml" Id="Rf45295bd681b45ae" /><Relationship Type="http://schemas.openxmlformats.org/officeDocument/2006/relationships/slide" Target="/ppt/slides/slide4.xml" Id="Rec3d894203cb4b50" /><Relationship Type="http://schemas.openxmlformats.org/officeDocument/2006/relationships/slide" Target="/ppt/slides/slide5.xml" Id="Rfe6743db9ae74b5f" /><Relationship Type="http://schemas.openxmlformats.org/officeDocument/2006/relationships/slide" Target="/ppt/slides/slide6.xml" Id="Rbc718542e5ca490b" /><Relationship Type="http://schemas.openxmlformats.org/officeDocument/2006/relationships/slide" Target="/ppt/slides/slide7.xml" Id="R41f237fc463d4873" /><Relationship Type="http://schemas.openxmlformats.org/officeDocument/2006/relationships/slide" Target="/ppt/slides/slide8.xml" Id="Rcfbca37fc1e74523" /><Relationship Type="http://schemas.openxmlformats.org/officeDocument/2006/relationships/slide" Target="/ppt/slides/slide9.xml" Id="Rbe73f63e8a654eea" /><Relationship Type="http://schemas.openxmlformats.org/officeDocument/2006/relationships/slide" Target="/ppt/slides/slide10.xml" Id="Re75df012a26a4f92" /><Relationship Type="http://schemas.openxmlformats.org/officeDocument/2006/relationships/slide" Target="/ppt/slides/slide11.xml" Id="R462fdc749b3e4d10" /><Relationship Type="http://schemas.openxmlformats.org/officeDocument/2006/relationships/slide" Target="/ppt/slides/slide12.xml" Id="Rc17269b8ca914089" /><Relationship Type="http://schemas.openxmlformats.org/officeDocument/2006/relationships/slide" Target="/ppt/slides/slide13.xml" Id="Rc8237115965941c0" /><Relationship Type="http://schemas.openxmlformats.org/officeDocument/2006/relationships/slide" Target="/ppt/slides/slide14.xml" Id="R996240cf1c604c63" /><Relationship Type="http://schemas.openxmlformats.org/officeDocument/2006/relationships/slide" Target="/ppt/slides/slide15.xml" Id="Ra3c484c4f3c54950" /><Relationship Type="http://schemas.openxmlformats.org/officeDocument/2006/relationships/slide" Target="/ppt/slides/slide16.xml" Id="R5ec49f6f6eb24ba2" /><Relationship Type="http://schemas.openxmlformats.org/officeDocument/2006/relationships/slide" Target="/ppt/slides/slide17.xml" Id="R2e01dd1e66c945e8" /><Relationship Type="http://schemas.openxmlformats.org/officeDocument/2006/relationships/slide" Target="/ppt/slides/slide18.xml" Id="Rd3d330f7910a4a21" /><Relationship Type="http://schemas.openxmlformats.org/officeDocument/2006/relationships/slide" Target="/ppt/slides/slide19.xml" Id="R1d512c9d5e584539" /><Relationship Type="http://schemas.openxmlformats.org/officeDocument/2006/relationships/slide" Target="/ppt/slides/slide20.xml" Id="R2ad6841cf05f44d2" /><Relationship Type="http://schemas.openxmlformats.org/officeDocument/2006/relationships/slide" Target="/ppt/slides/slide21.xml" Id="Rd8319504642346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d4cde667b941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ff56f2b254b1e" /><Relationship Type="http://schemas.openxmlformats.org/officeDocument/2006/relationships/notesMaster" Target="/ppt/notesMasters/notesMaster1.xml" Id="Re80aef1701a649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ff722a17ad4b1e" /><Relationship Type="http://schemas.openxmlformats.org/officeDocument/2006/relationships/notesMaster" Target="/ppt/notesMasters/notesMaster1.xml" Id="R9f05247e027d44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e18863787b44f6" /><Relationship Type="http://schemas.openxmlformats.org/officeDocument/2006/relationships/notesMaster" Target="/ppt/notesMasters/notesMaster1.xml" Id="Rab1d7ab0b43540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836c9623bd4387" /><Relationship Type="http://schemas.openxmlformats.org/officeDocument/2006/relationships/notesMaster" Target="/ppt/notesMasters/notesMaster1.xml" Id="R33268999e5bd46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61ffeeaca54f43" /><Relationship Type="http://schemas.openxmlformats.org/officeDocument/2006/relationships/notesMaster" Target="/ppt/notesMasters/notesMaster1.xml" Id="R83dbbfab47f441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a106f80a94431e" /><Relationship Type="http://schemas.openxmlformats.org/officeDocument/2006/relationships/notesMaster" Target="/ppt/notesMasters/notesMaster1.xml" Id="Rc32722d8bd29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a6f54bf7184db6" /><Relationship Type="http://schemas.openxmlformats.org/officeDocument/2006/relationships/notesMaster" Target="/ppt/notesMasters/notesMaster1.xml" Id="Rd178c00cdca545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d17e8c0c68041cd" /><Relationship Type="http://schemas.openxmlformats.org/officeDocument/2006/relationships/notesMaster" Target="/ppt/notesMasters/notesMaster1.xml" Id="Rd4df783c0b3340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b888c076c6476f" /><Relationship Type="http://schemas.openxmlformats.org/officeDocument/2006/relationships/notesMaster" Target="/ppt/notesMasters/notesMaster1.xml" Id="Rcf207333ea5545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930d2dfa4a4312" /><Relationship Type="http://schemas.openxmlformats.org/officeDocument/2006/relationships/notesMaster" Target="/ppt/notesMasters/notesMaster1.xml" Id="Rf066b1fa87e747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48b5848c0a48c8" /><Relationship Type="http://schemas.openxmlformats.org/officeDocument/2006/relationships/notesMaster" Target="/ppt/notesMasters/notesMaster1.xml" Id="R4709838db27a40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5e6b36def64f9f" /><Relationship Type="http://schemas.openxmlformats.org/officeDocument/2006/relationships/notesMaster" Target="/ppt/notesMasters/notesMaster1.xml" Id="R8f784d8979be496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9a35361b594c0e" /><Relationship Type="http://schemas.openxmlformats.org/officeDocument/2006/relationships/notesMaster" Target="/ppt/notesMasters/notesMaster1.xml" Id="Rbc7a16b87b9c4fc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80d49f1d874a24" /><Relationship Type="http://schemas.openxmlformats.org/officeDocument/2006/relationships/notesMaster" Target="/ppt/notesMasters/notesMaster1.xml" Id="R3876fd6d350544b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1fc9225a864ab0" /><Relationship Type="http://schemas.openxmlformats.org/officeDocument/2006/relationships/notesMaster" Target="/ppt/notesMasters/notesMaster1.xml" Id="R41dd0e53cd904de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caf116c42804a80" /><Relationship Type="http://schemas.openxmlformats.org/officeDocument/2006/relationships/notesMaster" Target="/ppt/notesMasters/notesMaster1.xml" Id="Re3cfa22624ea49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6174419acf54ea7" /><Relationship Type="http://schemas.openxmlformats.org/officeDocument/2006/relationships/notesMaster" Target="/ppt/notesMasters/notesMaster1.xml" Id="R21661521c4f04b5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1bb0f1924f849ec" /><Relationship Type="http://schemas.openxmlformats.org/officeDocument/2006/relationships/notesMaster" Target="/ppt/notesMasters/notesMaster1.xml" Id="R1cea6cf9501d46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54694ad15d4818" /><Relationship Type="http://schemas.openxmlformats.org/officeDocument/2006/relationships/notesMaster" Target="/ppt/notesMasters/notesMaster1.xml" Id="Rc831bbb62393403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43e6a8528884537" /><Relationship Type="http://schemas.openxmlformats.org/officeDocument/2006/relationships/notesMaster" Target="/ppt/notesMasters/notesMaster1.xml" Id="Re58dfa915fa24e3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53dd17266d74c94" /><Relationship Type="http://schemas.openxmlformats.org/officeDocument/2006/relationships/notesMaster" Target="/ppt/notesMasters/notesMaster1.xml" Id="R232c92c3bb06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0c74d82b0d4d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618f38a3a487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30bf03a8734a3a" /><Relationship Type="http://schemas.openxmlformats.org/officeDocument/2006/relationships/slideLayout" Target="/ppt/slideLayouts/slideLayout1.xml" Id="Rdc56c9f92a2a4b86" /><Relationship Type="http://schemas.openxmlformats.org/officeDocument/2006/relationships/slideLayout" Target="/ppt/slideLayouts/slideLayout2.xml" Id="R345d9ee0814d40c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56c9f92a2a4b86"/>
    <p:sldLayoutId xmlns:r="http://schemas.openxmlformats.org/officeDocument/2006/relationships" id="2147483650" r:id="R345d9ee0814d40c7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4444c2fca04832" /><Relationship Type="http://schemas.openxmlformats.org/officeDocument/2006/relationships/image" Target="/ppt/media/image.png" Id="R18d05a90693b4ee9" /><Relationship Type="http://schemas.openxmlformats.org/officeDocument/2006/relationships/image" Target="/ppt/media/image2.png" Id="R505f2e82319040e1" /><Relationship Type="http://schemas.openxmlformats.org/officeDocument/2006/relationships/notesSlide" Target="/ppt/notesSlides/notesSlide1.xml" Id="R2d69b5f535de4b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4be0c9b28d4955" /><Relationship Type="http://schemas.openxmlformats.org/officeDocument/2006/relationships/image" Target="/ppt/media/image2.png" Id="R6ef2939d076b4ec0" /><Relationship Type="http://schemas.openxmlformats.org/officeDocument/2006/relationships/notesSlide" Target="/ppt/notesSlides/notesSlide2.xml" Id="Rac567283bc23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044bbf600749e9" /><Relationship Type="http://schemas.openxmlformats.org/officeDocument/2006/relationships/image" Target="/ppt/media/image2.png" Id="Rf8aa925efa5a402f" /><Relationship Type="http://schemas.openxmlformats.org/officeDocument/2006/relationships/notesSlide" Target="/ppt/notesSlides/notesSlide3.xml" Id="Rf112a27b2a5b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70affb85d34999" /><Relationship Type="http://schemas.openxmlformats.org/officeDocument/2006/relationships/image" Target="/ppt/media/image2.png" Id="R8010932276134fc6" /><Relationship Type="http://schemas.openxmlformats.org/officeDocument/2006/relationships/notesSlide" Target="/ppt/notesSlides/notesSlide4.xml" Id="R2be42449357044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263aa8e7dc4dd7" /><Relationship Type="http://schemas.openxmlformats.org/officeDocument/2006/relationships/image" Target="/ppt/media/image2.png" Id="R6e23d94dc38f4d28" /><Relationship Type="http://schemas.openxmlformats.org/officeDocument/2006/relationships/notesSlide" Target="/ppt/notesSlides/notesSlide5.xml" Id="R1b5c07c9491442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9ac97893594001" /><Relationship Type="http://schemas.openxmlformats.org/officeDocument/2006/relationships/image" Target="/ppt/media/image2.png" Id="R93b1763a40e1496a" /><Relationship Type="http://schemas.openxmlformats.org/officeDocument/2006/relationships/notesSlide" Target="/ppt/notesSlides/notesSlide6.xml" Id="R5d1edf41fe7248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14ed28089884c27" /><Relationship Type="http://schemas.openxmlformats.org/officeDocument/2006/relationships/image" Target="/ppt/media/image2.png" Id="R4d678ab05267421f" /><Relationship Type="http://schemas.openxmlformats.org/officeDocument/2006/relationships/notesSlide" Target="/ppt/notesSlides/notesSlide7.xml" Id="R672af84c56c4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6f6f78f8274f73" /><Relationship Type="http://schemas.openxmlformats.org/officeDocument/2006/relationships/image" Target="/ppt/media/image2.png" Id="Rebd8a3503ba34171" /><Relationship Type="http://schemas.openxmlformats.org/officeDocument/2006/relationships/notesSlide" Target="/ppt/notesSlides/notesSlide8.xml" Id="R1519bd80ad9b4c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3bc1310a3a4e6c" /><Relationship Type="http://schemas.openxmlformats.org/officeDocument/2006/relationships/image" Target="/ppt/media/image2.png" Id="R64f2872ac71647ef" /><Relationship Type="http://schemas.openxmlformats.org/officeDocument/2006/relationships/notesSlide" Target="/ppt/notesSlides/notesSlide9.xml" Id="R9cbb0fe14f9047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8caeaa8c5f47d7" /><Relationship Type="http://schemas.openxmlformats.org/officeDocument/2006/relationships/image" Target="/ppt/media/image2.png" Id="R355535dab06645a5" /><Relationship Type="http://schemas.openxmlformats.org/officeDocument/2006/relationships/notesSlide" Target="/ppt/notesSlides/notesSlide10.xml" Id="R497aa5e9ca094f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bff15ffd9443e3" /><Relationship Type="http://schemas.openxmlformats.org/officeDocument/2006/relationships/image" Target="/ppt/media/image2.png" Id="Re1faa93da2224d80" /><Relationship Type="http://schemas.openxmlformats.org/officeDocument/2006/relationships/notesSlide" Target="/ppt/notesSlides/notesSlide11.xml" Id="Rbeb2c2afa82d4b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bfa1514165476f" /><Relationship Type="http://schemas.openxmlformats.org/officeDocument/2006/relationships/image" Target="/ppt/media/image2.png" Id="R7dd68e829d0f4fd3" /><Relationship Type="http://schemas.openxmlformats.org/officeDocument/2006/relationships/notesSlide" Target="/ppt/notesSlides/notesSlide12.xml" Id="R7ec6cfb6ae4f40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80764693404fec" /><Relationship Type="http://schemas.openxmlformats.org/officeDocument/2006/relationships/image" Target="/ppt/media/image2.png" Id="R0b5c1f4cf1e74940" /><Relationship Type="http://schemas.openxmlformats.org/officeDocument/2006/relationships/notesSlide" Target="/ppt/notesSlides/notesSlide13.xml" Id="Rb7f8b2c818ec4a5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5f7205ab8f4bd5" /><Relationship Type="http://schemas.openxmlformats.org/officeDocument/2006/relationships/image" Target="/ppt/media/image2.png" Id="R4ffc98851a7049ee" /><Relationship Type="http://schemas.openxmlformats.org/officeDocument/2006/relationships/notesSlide" Target="/ppt/notesSlides/notesSlide14.xml" Id="Ra8ca2708f27a470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ad7b3a3483402f" /><Relationship Type="http://schemas.openxmlformats.org/officeDocument/2006/relationships/image" Target="/ppt/media/image2.png" Id="Rbb20885bcbb84fae" /><Relationship Type="http://schemas.openxmlformats.org/officeDocument/2006/relationships/notesSlide" Target="/ppt/notesSlides/notesSlide15.xml" Id="R9d96eb814efe43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ef5c1264f44116" /><Relationship Type="http://schemas.openxmlformats.org/officeDocument/2006/relationships/image" Target="/ppt/media/image2.png" Id="R393c798606814a46" /><Relationship Type="http://schemas.openxmlformats.org/officeDocument/2006/relationships/notesSlide" Target="/ppt/notesSlides/notesSlide16.xml" Id="R438b6e9f7d8b41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104a15acec54f9f" /><Relationship Type="http://schemas.openxmlformats.org/officeDocument/2006/relationships/image" Target="/ppt/media/image2.png" Id="R1c24468f5b264798" /><Relationship Type="http://schemas.openxmlformats.org/officeDocument/2006/relationships/notesSlide" Target="/ppt/notesSlides/notesSlide17.xml" Id="R3c81e544c644469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24366def8e4f2d" /><Relationship Type="http://schemas.openxmlformats.org/officeDocument/2006/relationships/image" Target="/ppt/media/image2.png" Id="R5c41db475a3a4845" /><Relationship Type="http://schemas.openxmlformats.org/officeDocument/2006/relationships/notesSlide" Target="/ppt/notesSlides/notesSlide18.xml" Id="R244c550f3fb444f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15ec99d9a2464c" /><Relationship Type="http://schemas.openxmlformats.org/officeDocument/2006/relationships/image" Target="/ppt/media/image2.png" Id="R81d933b4b30149ed" /><Relationship Type="http://schemas.openxmlformats.org/officeDocument/2006/relationships/notesSlide" Target="/ppt/notesSlides/notesSlide19.xml" Id="R50dd9029ebcb4cd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cf900555854386" /><Relationship Type="http://schemas.openxmlformats.org/officeDocument/2006/relationships/image" Target="/ppt/media/image2.png" Id="R81606730b4784d8c" /><Relationship Type="http://schemas.openxmlformats.org/officeDocument/2006/relationships/notesSlide" Target="/ppt/notesSlides/notesSlide20.xml" Id="Ra19c20cd44d647c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7fc5e344c7430a" /><Relationship Type="http://schemas.openxmlformats.org/officeDocument/2006/relationships/image" Target="/ppt/media/image.png" Id="R6274e83a453a4650" /><Relationship Type="http://schemas.openxmlformats.org/officeDocument/2006/relationships/image" Target="/ppt/media/image2.png" Id="R0757cda33b15485e" /><Relationship Type="http://schemas.openxmlformats.org/officeDocument/2006/relationships/notesSlide" Target="/ppt/notesSlides/notesSlide21.xml" Id="Rfa0ac89b34cb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05a90693b4e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5f2e82319040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19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Matematika Keuangan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Lienda Noviyanti,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Matematika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Keuangan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2939d076b4e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Matematika Keuangan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84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Matematika Keuangan dalam konteks S2 Statistika Terapan tidak hanya mengajarkan rumus bunga, harga saham, atau kontrak opsi.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matematika keuangan dan orientasi matematika…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markowitz dan efficient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Investasi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Perbankan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Aktuaria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Risiko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Portofolio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Kebijakan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a925efa5a40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matematika keuangan dan orientasi matematika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markowitz dan efficient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0932276134f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Orientasi, Return, Risiko, Value at Risk dan, Monte Carlo untuk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Risk Aversion dan, Diversifikasi dan, Markowitz dan, UTS Project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Teori Opsi dan, Put-Call Parity, Binomial Tree, Binomial Tree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Brownian Motion, Proses Ito dan, Evaluasi dan, UAS Project Akhir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23d94dc38f4d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Matematika Keuangan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1763a40e149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78ab0526742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Orientasi, Return, Risiko, Value at Risk dan, Monte Carlo untuk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Orientasi Matematika Keuangan dan…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Return, Risiko, dan Data Keuangan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Value at Risk dan Simulasi…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Orientasi Matematika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Return, Risiko, dan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Value at Risk dan Simulasi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Monte Carlo untuk Risiko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Risk Aversion dan Utility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8a3503ba341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Value at Risk dan, Monte Carlo untuk, Risk Aversion dan, Diversifikasi dan, Markowitz dan…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Value at Risk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materi: kerugian portofolio…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Monte Carlo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materi: skenario return, VaR Monte…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Risk Aversion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materi: fungsi utilitas, certainty…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Diversifikasi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materi: korelasi, kovarians, risiko…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73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Markowitz dan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7115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materi: mean-variance, optimasi…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 Project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Fokus materi: presentasi portofolio…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Monte Carlo untuk Risiko Investasi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Markowitz dan Efficient Frontier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f2872ac71647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Diversifikasi dan Portofolio Dua Aset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Risk Aversion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Fokus materi…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Diversifikasi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Fokus materi…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Markowitz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Fokus materi…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Project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Fokus materi…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Teori Opsi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Fokus materi…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535dab06645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aa93da2224d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68e829d0f4f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c1f4cf1e7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Teori Opsi dan, Put-Call Parity, Binomial Tree, Binomial Tree, Brownian Motion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Teori Opsi dan Payoff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462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Binomial Tree untuk Opsi Eropa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534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Brownian Motion dan Random Walk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Teori Opsi dan Payoff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Put-Call Parity dan Risk-Neutral Pricing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Binomial Tree untuk Opsi Eropa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Binomial Tree untuk Opsi Amerika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Brownian Motion dan Random Walk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c98851a7049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20885bcbb84f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Put-Call Parity dan Risk-Neutral…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Binomial Tree untuk Opsi Eropa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Binomial Tree untuk Opsi Amerika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Brownian Motion dan Random Walk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Proses Ito dan Black-Scholes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Evaluasi dan Inovasi Model Opsi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c79860681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24468f5b2647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1db475a3a48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Binomial Tree untuk Opsi Eropa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Binomial Tree untuk Opsi Amerika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Brownian Motion dan Random Walk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Proses Ito dan Black-Scholes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Evaluasi dan Inovasi Model Opsi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 Project Akhir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933b4b301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Orientasi Matematika…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Return, Risiko, dan Data…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Risk Aversion dan Utility…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 Project Pendahuluan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Put-Call Parity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Evaluasi dan Inovasi…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06730b4784d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Keuangan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Mengapa…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volatilitas tahunan…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 perbedaan…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perbedaan risiko…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Mengapa VaR…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VaR tidak memberi…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Dalam model…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Dalam model Markowitz, mengapa…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 yang…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yang dimaksud efficient…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4e83a453a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7cda33b1548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Matematika Keuangan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Matematika Keuangan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2026-07-26T23:34:23.1690000Z</dcterms:created>
  <dcterms:modified xsi:type="dcterms:W3CDTF">2026-07-26T23:34:23.1690000Z</dcterms:modified>
</coreProperties>
</file>