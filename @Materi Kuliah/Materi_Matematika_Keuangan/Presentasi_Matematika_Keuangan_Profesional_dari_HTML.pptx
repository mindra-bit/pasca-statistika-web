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cbebf3b2664d59" /><Relationship Type="http://schemas.openxmlformats.org/officeDocument/2006/relationships/extended-properties" Target="/docProps/app.xml" Id="R668cc62f4e954f83" /><Relationship Type="http://schemas.openxmlformats.org/officeDocument/2006/relationships/officeDocument" Target="/ppt/presentation.xml" Id="R39343f4758234d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004561e3a64ba7"/>
  </p:sldMasterIdLst>
  <p:notesMasterIdLst>
    <p:notesMasterId xmlns:r="http://schemas.openxmlformats.org/officeDocument/2006/relationships" r:id="R31c4d18525004c0e"/>
  </p:notesMasterIdLst>
  <p:sldIdLst>
    <p:sldId xmlns:r="http://schemas.openxmlformats.org/officeDocument/2006/relationships" id="256" r:id="Rceee2b537bf44235"/>
    <p:sldId xmlns:r="http://schemas.openxmlformats.org/officeDocument/2006/relationships" id="257" r:id="R510dd18b4baf470c"/>
    <p:sldId xmlns:r="http://schemas.openxmlformats.org/officeDocument/2006/relationships" id="258" r:id="R482a0a82d63c4dd0"/>
    <p:sldId xmlns:r="http://schemas.openxmlformats.org/officeDocument/2006/relationships" id="259" r:id="R0c56ff57d4284c0f"/>
    <p:sldId xmlns:r="http://schemas.openxmlformats.org/officeDocument/2006/relationships" id="260" r:id="R585499ac74a74651"/>
    <p:sldId xmlns:r="http://schemas.openxmlformats.org/officeDocument/2006/relationships" id="261" r:id="R841a44ed2171474d"/>
    <p:sldId xmlns:r="http://schemas.openxmlformats.org/officeDocument/2006/relationships" id="262" r:id="Rc063574682d146ef"/>
    <p:sldId xmlns:r="http://schemas.openxmlformats.org/officeDocument/2006/relationships" id="263" r:id="R38217bb766c04a1a"/>
    <p:sldId xmlns:r="http://schemas.openxmlformats.org/officeDocument/2006/relationships" id="264" r:id="R4c0610eec9044ed7"/>
    <p:sldId xmlns:r="http://schemas.openxmlformats.org/officeDocument/2006/relationships" id="265" r:id="Rbc39514a25714805"/>
    <p:sldId xmlns:r="http://schemas.openxmlformats.org/officeDocument/2006/relationships" id="266" r:id="Rad7501de77964741"/>
    <p:sldId xmlns:r="http://schemas.openxmlformats.org/officeDocument/2006/relationships" id="267" r:id="Rdbe3d095bd554519"/>
    <p:sldId xmlns:r="http://schemas.openxmlformats.org/officeDocument/2006/relationships" id="268" r:id="R68f72f65eeb94a57"/>
    <p:sldId xmlns:r="http://schemas.openxmlformats.org/officeDocument/2006/relationships" id="269" r:id="Rc71092053dcd46de"/>
    <p:sldId xmlns:r="http://schemas.openxmlformats.org/officeDocument/2006/relationships" id="270" r:id="R23f8019c47ee4730"/>
    <p:sldId xmlns:r="http://schemas.openxmlformats.org/officeDocument/2006/relationships" id="271" r:id="R1b91a03f574d417d"/>
    <p:sldId xmlns:r="http://schemas.openxmlformats.org/officeDocument/2006/relationships" id="272" r:id="Rcabb2a4e6bff46ca"/>
    <p:sldId xmlns:r="http://schemas.openxmlformats.org/officeDocument/2006/relationships" id="273" r:id="Rf71ce7b51803466c"/>
    <p:sldId xmlns:r="http://schemas.openxmlformats.org/officeDocument/2006/relationships" id="274" r:id="R52503fc7230b4a1d"/>
    <p:sldId xmlns:r="http://schemas.openxmlformats.org/officeDocument/2006/relationships" id="275" r:id="R682883c15b2b4323"/>
    <p:sldId xmlns:r="http://schemas.openxmlformats.org/officeDocument/2006/relationships" id="276" r:id="Ra51df4d3729e47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c97f36e7094213" /><Relationship Type="http://schemas.openxmlformats.org/officeDocument/2006/relationships/slideMaster" Target="/ppt/slideMasters/slideMaster1.xml" Id="R99004561e3a64ba7" /><Relationship Type="http://schemas.openxmlformats.org/officeDocument/2006/relationships/notesMaster" Target="/ppt/notesMasters/notesMaster1.xml" Id="R31c4d18525004c0e" /><Relationship Type="http://schemas.openxmlformats.org/officeDocument/2006/relationships/presProps" Target="/ppt/presProps.xml" Id="R35267c0e860c48a3" /><Relationship Type="http://schemas.openxmlformats.org/officeDocument/2006/relationships/tableStyles" Target="/ppt/tableStyles.xml" Id="Rd43480cf79e8494f" /><Relationship Type="http://schemas.openxmlformats.org/officeDocument/2006/relationships/slide" Target="/ppt/slides/slide1.xml" Id="Rceee2b537bf44235" /><Relationship Type="http://schemas.openxmlformats.org/officeDocument/2006/relationships/slide" Target="/ppt/slides/slide2.xml" Id="R510dd18b4baf470c" /><Relationship Type="http://schemas.openxmlformats.org/officeDocument/2006/relationships/slide" Target="/ppt/slides/slide3.xml" Id="R482a0a82d63c4dd0" /><Relationship Type="http://schemas.openxmlformats.org/officeDocument/2006/relationships/slide" Target="/ppt/slides/slide4.xml" Id="R0c56ff57d4284c0f" /><Relationship Type="http://schemas.openxmlformats.org/officeDocument/2006/relationships/slide" Target="/ppt/slides/slide5.xml" Id="R585499ac74a74651" /><Relationship Type="http://schemas.openxmlformats.org/officeDocument/2006/relationships/slide" Target="/ppt/slides/slide6.xml" Id="R841a44ed2171474d" /><Relationship Type="http://schemas.openxmlformats.org/officeDocument/2006/relationships/slide" Target="/ppt/slides/slide7.xml" Id="Rc063574682d146ef" /><Relationship Type="http://schemas.openxmlformats.org/officeDocument/2006/relationships/slide" Target="/ppt/slides/slide8.xml" Id="R38217bb766c04a1a" /><Relationship Type="http://schemas.openxmlformats.org/officeDocument/2006/relationships/slide" Target="/ppt/slides/slide9.xml" Id="R4c0610eec9044ed7" /><Relationship Type="http://schemas.openxmlformats.org/officeDocument/2006/relationships/slide" Target="/ppt/slides/slide10.xml" Id="Rbc39514a25714805" /><Relationship Type="http://schemas.openxmlformats.org/officeDocument/2006/relationships/slide" Target="/ppt/slides/slide11.xml" Id="Rad7501de77964741" /><Relationship Type="http://schemas.openxmlformats.org/officeDocument/2006/relationships/slide" Target="/ppt/slides/slide12.xml" Id="Rdbe3d095bd554519" /><Relationship Type="http://schemas.openxmlformats.org/officeDocument/2006/relationships/slide" Target="/ppt/slides/slide13.xml" Id="R68f72f65eeb94a57" /><Relationship Type="http://schemas.openxmlformats.org/officeDocument/2006/relationships/slide" Target="/ppt/slides/slide14.xml" Id="Rc71092053dcd46de" /><Relationship Type="http://schemas.openxmlformats.org/officeDocument/2006/relationships/slide" Target="/ppt/slides/slide15.xml" Id="R23f8019c47ee4730" /><Relationship Type="http://schemas.openxmlformats.org/officeDocument/2006/relationships/slide" Target="/ppt/slides/slide16.xml" Id="R1b91a03f574d417d" /><Relationship Type="http://schemas.openxmlformats.org/officeDocument/2006/relationships/slide" Target="/ppt/slides/slide17.xml" Id="Rcabb2a4e6bff46ca" /><Relationship Type="http://schemas.openxmlformats.org/officeDocument/2006/relationships/slide" Target="/ppt/slides/slide18.xml" Id="Rf71ce7b51803466c" /><Relationship Type="http://schemas.openxmlformats.org/officeDocument/2006/relationships/slide" Target="/ppt/slides/slide19.xml" Id="R52503fc7230b4a1d" /><Relationship Type="http://schemas.openxmlformats.org/officeDocument/2006/relationships/slide" Target="/ppt/slides/slide20.xml" Id="R682883c15b2b4323" /><Relationship Type="http://schemas.openxmlformats.org/officeDocument/2006/relationships/slide" Target="/ppt/slides/slide21.xml" Id="Ra51df4d3729e47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7de17dc86343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079445097c41f1" /><Relationship Type="http://schemas.openxmlformats.org/officeDocument/2006/relationships/notesMaster" Target="/ppt/notesMasters/notesMaster1.xml" Id="R9d72aaabc3d24b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0a550c277044e3" /><Relationship Type="http://schemas.openxmlformats.org/officeDocument/2006/relationships/notesMaster" Target="/ppt/notesMasters/notesMaster1.xml" Id="R26ac085f04284e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6efdc843034d8c" /><Relationship Type="http://schemas.openxmlformats.org/officeDocument/2006/relationships/notesMaster" Target="/ppt/notesMasters/notesMaster1.xml" Id="Ra2cff82992dd49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383e6d9e814c6d" /><Relationship Type="http://schemas.openxmlformats.org/officeDocument/2006/relationships/notesMaster" Target="/ppt/notesMasters/notesMaster1.xml" Id="Raed6dca5481c49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1fa8a4465049a3" /><Relationship Type="http://schemas.openxmlformats.org/officeDocument/2006/relationships/notesMaster" Target="/ppt/notesMasters/notesMaster1.xml" Id="R39bc3c234a3e45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eb619988794cd9" /><Relationship Type="http://schemas.openxmlformats.org/officeDocument/2006/relationships/notesMaster" Target="/ppt/notesMasters/notesMaster1.xml" Id="R370ce8bc8b7e4f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26d28fc5814e5e" /><Relationship Type="http://schemas.openxmlformats.org/officeDocument/2006/relationships/notesMaster" Target="/ppt/notesMasters/notesMaster1.xml" Id="R24d8be5a80e549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3c5b1ab822426c" /><Relationship Type="http://schemas.openxmlformats.org/officeDocument/2006/relationships/notesMaster" Target="/ppt/notesMasters/notesMaster1.xml" Id="R042b7131c6584e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8f4c796b23464d" /><Relationship Type="http://schemas.openxmlformats.org/officeDocument/2006/relationships/notesMaster" Target="/ppt/notesMasters/notesMaster1.xml" Id="Rba95d96bcd074c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778893f62d4b81" /><Relationship Type="http://schemas.openxmlformats.org/officeDocument/2006/relationships/notesMaster" Target="/ppt/notesMasters/notesMaster1.xml" Id="R5e957e00e22a4d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a2dc3b50b946fe" /><Relationship Type="http://schemas.openxmlformats.org/officeDocument/2006/relationships/notesMaster" Target="/ppt/notesMasters/notesMaster1.xml" Id="R528f60ca562e4e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7e997a9654487d" /><Relationship Type="http://schemas.openxmlformats.org/officeDocument/2006/relationships/notesMaster" Target="/ppt/notesMasters/notesMaster1.xml" Id="R424528ac027040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02772cd6344459" /><Relationship Type="http://schemas.openxmlformats.org/officeDocument/2006/relationships/notesMaster" Target="/ppt/notesMasters/notesMaster1.xml" Id="R9069b0ba93744b8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db4a13a8b9492d" /><Relationship Type="http://schemas.openxmlformats.org/officeDocument/2006/relationships/notesMaster" Target="/ppt/notesMasters/notesMaster1.xml" Id="R248efad41b664f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3c56ac6fae4733" /><Relationship Type="http://schemas.openxmlformats.org/officeDocument/2006/relationships/notesMaster" Target="/ppt/notesMasters/notesMaster1.xml" Id="Rc831440bdfcb49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572690ae3a4e25" /><Relationship Type="http://schemas.openxmlformats.org/officeDocument/2006/relationships/notesMaster" Target="/ppt/notesMasters/notesMaster1.xml" Id="Rdf6b894b1a624d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78e5974d31448d0" /><Relationship Type="http://schemas.openxmlformats.org/officeDocument/2006/relationships/notesMaster" Target="/ppt/notesMasters/notesMaster1.xml" Id="R037e84b61ca3464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25c241a92f428d" /><Relationship Type="http://schemas.openxmlformats.org/officeDocument/2006/relationships/notesMaster" Target="/ppt/notesMasters/notesMaster1.xml" Id="Rc58843fa776842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af8a2c3891c47d3" /><Relationship Type="http://schemas.openxmlformats.org/officeDocument/2006/relationships/notesMaster" Target="/ppt/notesMasters/notesMaster1.xml" Id="Rdaf2a99ac5d94dc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5aacefb2e7e4504" /><Relationship Type="http://schemas.openxmlformats.org/officeDocument/2006/relationships/notesMaster" Target="/ppt/notesMasters/notesMaster1.xml" Id="Rbd922ac14b39493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5b2ac9f77f9464f" /><Relationship Type="http://schemas.openxmlformats.org/officeDocument/2006/relationships/notesMaster" Target="/ppt/notesMasters/notesMaster1.xml" Id="R05da1b494e0148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3698c23c9541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f43487220475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ada9da808342c8" /><Relationship Type="http://schemas.openxmlformats.org/officeDocument/2006/relationships/slideLayout" Target="/ppt/slideLayouts/slideLayout1.xml" Id="Rda2800fceb4c4957" /><Relationship Type="http://schemas.openxmlformats.org/officeDocument/2006/relationships/slideLayout" Target="/ppt/slideLayouts/slideLayout2.xml" Id="Ra14ca05b7e994f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2800fceb4c4957"/>
    <p:sldLayoutId xmlns:r="http://schemas.openxmlformats.org/officeDocument/2006/relationships" id="2147483650" r:id="Ra14ca05b7e994f9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c764ea1c6441e8" /><Relationship Type="http://schemas.openxmlformats.org/officeDocument/2006/relationships/image" Target="/ppt/media/image.png" Id="R36d4bc88f8834e3d" /><Relationship Type="http://schemas.openxmlformats.org/officeDocument/2006/relationships/image" Target="/ppt/media/image2.png" Id="R3a3fe13a42e4470b" /><Relationship Type="http://schemas.openxmlformats.org/officeDocument/2006/relationships/notesSlide" Target="/ppt/notesSlides/notesSlide1.xml" Id="R8589353f714040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e7484bce6749ef" /><Relationship Type="http://schemas.openxmlformats.org/officeDocument/2006/relationships/image" Target="/ppt/media/image2.png" Id="Re339f9201d234b49" /><Relationship Type="http://schemas.openxmlformats.org/officeDocument/2006/relationships/notesSlide" Target="/ppt/notesSlides/notesSlide2.xml" Id="R860a0428b38c45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a3c8754782438b" /><Relationship Type="http://schemas.openxmlformats.org/officeDocument/2006/relationships/image" Target="/ppt/media/image2.png" Id="Ra41cfefa40d04060" /><Relationship Type="http://schemas.openxmlformats.org/officeDocument/2006/relationships/notesSlide" Target="/ppt/notesSlides/notesSlide3.xml" Id="R689b340b4dcf42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c79183f4934bf9" /><Relationship Type="http://schemas.openxmlformats.org/officeDocument/2006/relationships/image" Target="/ppt/media/image2.png" Id="Ra8b774682cc0401d" /><Relationship Type="http://schemas.openxmlformats.org/officeDocument/2006/relationships/notesSlide" Target="/ppt/notesSlides/notesSlide4.xml" Id="Rbcb7155dc30141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27e44c5a9643b2" /><Relationship Type="http://schemas.openxmlformats.org/officeDocument/2006/relationships/image" Target="/ppt/media/image2.png" Id="R82f8a1f1d6a14fc5" /><Relationship Type="http://schemas.openxmlformats.org/officeDocument/2006/relationships/notesSlide" Target="/ppt/notesSlides/notesSlide5.xml" Id="Re12cbf932a344f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3ecc4c56354033" /><Relationship Type="http://schemas.openxmlformats.org/officeDocument/2006/relationships/image" Target="/ppt/media/image2.png" Id="R48817ea3cec04675" /><Relationship Type="http://schemas.openxmlformats.org/officeDocument/2006/relationships/notesSlide" Target="/ppt/notesSlides/notesSlide6.xml" Id="R392bd7373b244f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2e1cdd944d4385" /><Relationship Type="http://schemas.openxmlformats.org/officeDocument/2006/relationships/image" Target="/ppt/media/image2.png" Id="R37c7e0116a88452a" /><Relationship Type="http://schemas.openxmlformats.org/officeDocument/2006/relationships/notesSlide" Target="/ppt/notesSlides/notesSlide7.xml" Id="R0bca6cdacf3b46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2074f18e784500" /><Relationship Type="http://schemas.openxmlformats.org/officeDocument/2006/relationships/image" Target="/ppt/media/image2.png" Id="R29b680fed3d84ca9" /><Relationship Type="http://schemas.openxmlformats.org/officeDocument/2006/relationships/notesSlide" Target="/ppt/notesSlides/notesSlide8.xml" Id="R3e88ff66531042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24f6a7067c4628" /><Relationship Type="http://schemas.openxmlformats.org/officeDocument/2006/relationships/image" Target="/ppt/media/image2.png" Id="R635cc64d166f4558" /><Relationship Type="http://schemas.openxmlformats.org/officeDocument/2006/relationships/notesSlide" Target="/ppt/notesSlides/notesSlide9.xml" Id="Radd44290fc1a42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53e749ef9546d9" /><Relationship Type="http://schemas.openxmlformats.org/officeDocument/2006/relationships/image" Target="/ppt/media/image2.png" Id="Rf489aab2d85d4392" /><Relationship Type="http://schemas.openxmlformats.org/officeDocument/2006/relationships/notesSlide" Target="/ppt/notesSlides/notesSlide10.xml" Id="Rcc7c87b43b6f4d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a6ddcf54a849f2" /><Relationship Type="http://schemas.openxmlformats.org/officeDocument/2006/relationships/image" Target="/ppt/media/image2.png" Id="R92084d19263b489b" /><Relationship Type="http://schemas.openxmlformats.org/officeDocument/2006/relationships/notesSlide" Target="/ppt/notesSlides/notesSlide11.xml" Id="R67c1b52789a24b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fc4fe9d4034d69" /><Relationship Type="http://schemas.openxmlformats.org/officeDocument/2006/relationships/image" Target="/ppt/media/image2.png" Id="Rb02ea400db8543ee" /><Relationship Type="http://schemas.openxmlformats.org/officeDocument/2006/relationships/notesSlide" Target="/ppt/notesSlides/notesSlide12.xml" Id="Rdd66e6ee240d4d0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27ad2f63de46f5" /><Relationship Type="http://schemas.openxmlformats.org/officeDocument/2006/relationships/image" Target="/ppt/media/image2.png" Id="Rc4ac700c80d44909" /><Relationship Type="http://schemas.openxmlformats.org/officeDocument/2006/relationships/notesSlide" Target="/ppt/notesSlides/notesSlide13.xml" Id="Rffe66e96186e44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4acdcbaed24dd4" /><Relationship Type="http://schemas.openxmlformats.org/officeDocument/2006/relationships/image" Target="/ppt/media/image2.png" Id="R3a72cb0c17c34054" /><Relationship Type="http://schemas.openxmlformats.org/officeDocument/2006/relationships/notesSlide" Target="/ppt/notesSlides/notesSlide14.xml" Id="R443726df8d064e4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9e97abb05b42f8" /><Relationship Type="http://schemas.openxmlformats.org/officeDocument/2006/relationships/image" Target="/ppt/media/image2.png" Id="R36691812a0ca49dc" /><Relationship Type="http://schemas.openxmlformats.org/officeDocument/2006/relationships/notesSlide" Target="/ppt/notesSlides/notesSlide15.xml" Id="R4cc3e83824ca4e5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48d01247c84fff" /><Relationship Type="http://schemas.openxmlformats.org/officeDocument/2006/relationships/image" Target="/ppt/media/image2.png" Id="Rf147c53ef2ab41a4" /><Relationship Type="http://schemas.openxmlformats.org/officeDocument/2006/relationships/notesSlide" Target="/ppt/notesSlides/notesSlide16.xml" Id="Rce10ad26b60c4fa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2722de75874750" /><Relationship Type="http://schemas.openxmlformats.org/officeDocument/2006/relationships/image" Target="/ppt/media/image2.png" Id="R31be84f361df4d94" /><Relationship Type="http://schemas.openxmlformats.org/officeDocument/2006/relationships/notesSlide" Target="/ppt/notesSlides/notesSlide17.xml" Id="R0d0152edba8441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9bab720e5d484d" /><Relationship Type="http://schemas.openxmlformats.org/officeDocument/2006/relationships/image" Target="/ppt/media/image2.png" Id="R459ae5ebb8e44fa9" /><Relationship Type="http://schemas.openxmlformats.org/officeDocument/2006/relationships/notesSlide" Target="/ppt/notesSlides/notesSlide18.xml" Id="Rbee68be57e824a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0a6af3ccfc427b" /><Relationship Type="http://schemas.openxmlformats.org/officeDocument/2006/relationships/image" Target="/ppt/media/image2.png" Id="R2fb7802dd0c34455" /><Relationship Type="http://schemas.openxmlformats.org/officeDocument/2006/relationships/notesSlide" Target="/ppt/notesSlides/notesSlide19.xml" Id="R96b28ddfeddf4c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6ed87ccef415f" /><Relationship Type="http://schemas.openxmlformats.org/officeDocument/2006/relationships/image" Target="/ppt/media/image2.png" Id="Rde7e304c4bfc4d7f" /><Relationship Type="http://schemas.openxmlformats.org/officeDocument/2006/relationships/notesSlide" Target="/ppt/notesSlides/notesSlide20.xml" Id="R6790bb0fb47a4a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2b408b74e54822" /><Relationship Type="http://schemas.openxmlformats.org/officeDocument/2006/relationships/image" Target="/ppt/media/image.png" Id="Rf493abf40ad640d8" /><Relationship Type="http://schemas.openxmlformats.org/officeDocument/2006/relationships/image" Target="/ppt/media/image2.png" Id="R455e4fb2b2cf41f6" /><Relationship Type="http://schemas.openxmlformats.org/officeDocument/2006/relationships/notesSlide" Target="/ppt/notesSlides/notesSlide21.xml" Id="R10247bc7b86e47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4bc88f8834e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fe13a42e447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19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Matematika Keuangan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Lienda Noviyanti,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Matematika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Keuangan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9f9201d23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Matematika Keuangan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Matematika Keuangan dalam konteks S2 Statistika Terapan tidak hanya mengajarkan rumus bunga, harga saham, atau kontrak opsi.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keuangan dan orientasi matematika…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markowitz dan efficient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Investasi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Perbankan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Aktuaria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Risiko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Portofolio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cfefa40d0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keuangan dan orientasi matematika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markowitz dan efficient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774682cc040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Orientasi, Return, Risiko, Value at Risk dan, Monte Carlo untuk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Risk Aversion dan, Diversifikasi dan, Markowitz dan, UTS Project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Teori Opsi dan, Put-Call Parity, Binomial Tree, Binomial Tree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Brownian Motion, Proses Ito dan, Evaluasi dan, UAS Project Akhir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8a1f1d6a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Matematika Keuangan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817ea3cec04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7e0116a8845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Orientasi, Return, Risiko, Value at Risk dan, Monte Carlo untuk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Orientasi Matematika Keuangan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Return, Risiko, dan Data Keuangan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Value at Risk dan Simulasi…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Orientasi Matematika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Return, Risiko, dan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Value at Risk dan Simulasi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Monte Carlo untuk Risiko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Risk Aversion dan Utility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680fed3d84c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Value at Risk dan, Monte Carlo untuk, Risk Aversion dan, Diversifikasi dan, Markowitz dan…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Value at Risk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kerugian portofolio…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Monte Carlo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skenario return, VaR Monte…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Risk Aversion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fungsi utilitas, certainty…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Diversifikasi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korelasi, kovarians, risiko…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7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Markowitz dan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711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mean-variance, optimasi…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 Project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 materi: presentasi portofolio…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Monte Carlo untuk Risiko Investasi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Markowitz dan Efficient Frontier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cc64d166f45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Diversifikasi dan Portofolio Dua Aset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Risk Aversion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Fokus materi…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Diversifikasi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Fokus materi…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Markowitz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Fokus materi…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Project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Fokus materi…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Teori Opsi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Fokus materi…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89aab2d85d43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84d19263b48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ea400db85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c700c80d449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Teori Opsi dan, Put-Call Parity, Binomial Tree, Binomial Tree, Brownian Motion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Teori Opsi dan Payoff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462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Binomial Tree untuk Opsi Eropa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534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Brownian Motion dan Random Walk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Teori Opsi dan Payoff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Put-Call Parity dan Risk-Neutral Pricing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Binomial Tree untuk Opsi Eropa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Binomial Tree untuk Opsi Amerika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Brownian Motion dan Random Walk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2cb0c17c340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91812a0ca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Put-Call Parity dan Risk-Neutral…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Binomial Tree untuk Opsi Eropa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Binomial Tree untuk Opsi Amerika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Brownian Motion dan Random Walk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Proses Ito dan Black-Scholes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Evaluasi dan Inovasi Model Opsi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7c53ef2ab41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e84f361df4d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9ae5ebb8e4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Binomial Tree untuk Opsi Eropa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Binomial Tree untuk Opsi Amerika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Brownian Motion dan Random Walk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Proses Ito dan Black-Scholes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Evaluasi dan Inovasi Model Opsi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 Project Akhir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7802dd0c344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Orientasi Matematika…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Return, Risiko, dan Data…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Risk Aversion dan Utility…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Project Pendahuluan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Put-Call Parity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Evaluasi dan Inovasi…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e304c4bfc4d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Keuangan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Mengapa…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volatilitas tahunan…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 perbedaan…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perbedaan risiko…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Mengapa VaR…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VaR tidak memberi…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Dalam model…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Dalam model Markowitz, mengapa…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 yang…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yang dimaksud efficient…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93abf40ad640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e4fb2b2cf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Matematika Keuangan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Matematika Keuangan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2026-06-22T07:45:06.6540000Z</dcterms:created>
  <dcterms:modified xsi:type="dcterms:W3CDTF">2026-06-22T07:45:06.6540000Z</dcterms:modified>
</coreProperties>
</file>