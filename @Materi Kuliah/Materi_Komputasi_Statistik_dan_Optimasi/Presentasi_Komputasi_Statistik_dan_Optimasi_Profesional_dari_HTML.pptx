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0f83f82564142" /><Relationship Type="http://schemas.openxmlformats.org/officeDocument/2006/relationships/extended-properties" Target="/docProps/app.xml" Id="R57f00729bab14e2c" /><Relationship Type="http://schemas.openxmlformats.org/officeDocument/2006/relationships/officeDocument" Target="/ppt/presentation.xml" Id="Rd6b735b899b742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8c72a8a6964c3d"/>
  </p:sldMasterIdLst>
  <p:notesMasterIdLst>
    <p:notesMasterId xmlns:r="http://schemas.openxmlformats.org/officeDocument/2006/relationships" r:id="Rb7853b9c74ae43b0"/>
  </p:notesMasterIdLst>
  <p:sldIdLst>
    <p:sldId xmlns:r="http://schemas.openxmlformats.org/officeDocument/2006/relationships" id="256" r:id="R8262aa323f5940f0"/>
    <p:sldId xmlns:r="http://schemas.openxmlformats.org/officeDocument/2006/relationships" id="257" r:id="R4c4f728125054d7b"/>
    <p:sldId xmlns:r="http://schemas.openxmlformats.org/officeDocument/2006/relationships" id="258" r:id="Rd52b81815e584943"/>
    <p:sldId xmlns:r="http://schemas.openxmlformats.org/officeDocument/2006/relationships" id="259" r:id="R3e0b26449bad4bac"/>
    <p:sldId xmlns:r="http://schemas.openxmlformats.org/officeDocument/2006/relationships" id="260" r:id="Rbc60ba45a5a7440f"/>
    <p:sldId xmlns:r="http://schemas.openxmlformats.org/officeDocument/2006/relationships" id="261" r:id="R525f58b17a6f42f2"/>
    <p:sldId xmlns:r="http://schemas.openxmlformats.org/officeDocument/2006/relationships" id="262" r:id="R0c404dcd03bc4890"/>
    <p:sldId xmlns:r="http://schemas.openxmlformats.org/officeDocument/2006/relationships" id="263" r:id="Rdc9f00ca97f34f1c"/>
    <p:sldId xmlns:r="http://schemas.openxmlformats.org/officeDocument/2006/relationships" id="264" r:id="Rdc189dafa36e4468"/>
    <p:sldId xmlns:r="http://schemas.openxmlformats.org/officeDocument/2006/relationships" id="265" r:id="Rf125832e0a3f4304"/>
    <p:sldId xmlns:r="http://schemas.openxmlformats.org/officeDocument/2006/relationships" id="266" r:id="Rc839d01a03654447"/>
    <p:sldId xmlns:r="http://schemas.openxmlformats.org/officeDocument/2006/relationships" id="267" r:id="Rac7fc915d4da44da"/>
    <p:sldId xmlns:r="http://schemas.openxmlformats.org/officeDocument/2006/relationships" id="268" r:id="Rf9659fd747364142"/>
    <p:sldId xmlns:r="http://schemas.openxmlformats.org/officeDocument/2006/relationships" id="269" r:id="R87bde7cce2cc4da6"/>
    <p:sldId xmlns:r="http://schemas.openxmlformats.org/officeDocument/2006/relationships" id="270" r:id="R73133ba42cde4c6f"/>
    <p:sldId xmlns:r="http://schemas.openxmlformats.org/officeDocument/2006/relationships" id="271" r:id="R690a2baec8dc4a12"/>
    <p:sldId xmlns:r="http://schemas.openxmlformats.org/officeDocument/2006/relationships" id="272" r:id="Ra80998e98a72499b"/>
    <p:sldId xmlns:r="http://schemas.openxmlformats.org/officeDocument/2006/relationships" id="273" r:id="Rd7938ab302a74c88"/>
    <p:sldId xmlns:r="http://schemas.openxmlformats.org/officeDocument/2006/relationships" id="274" r:id="R3c5fb423cfb540af"/>
    <p:sldId xmlns:r="http://schemas.openxmlformats.org/officeDocument/2006/relationships" id="275" r:id="R77ed04778cce4a59"/>
    <p:sldId xmlns:r="http://schemas.openxmlformats.org/officeDocument/2006/relationships" id="276" r:id="R8de45ffc36e845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6124b2257a4b3a" /><Relationship Type="http://schemas.openxmlformats.org/officeDocument/2006/relationships/slideMaster" Target="/ppt/slideMasters/slideMaster1.xml" Id="R7d8c72a8a6964c3d" /><Relationship Type="http://schemas.openxmlformats.org/officeDocument/2006/relationships/notesMaster" Target="/ppt/notesMasters/notesMaster1.xml" Id="Rb7853b9c74ae43b0" /><Relationship Type="http://schemas.openxmlformats.org/officeDocument/2006/relationships/presProps" Target="/ppt/presProps.xml" Id="R7ae8090953304b37" /><Relationship Type="http://schemas.openxmlformats.org/officeDocument/2006/relationships/tableStyles" Target="/ppt/tableStyles.xml" Id="Raf21f185b9d04371" /><Relationship Type="http://schemas.openxmlformats.org/officeDocument/2006/relationships/slide" Target="/ppt/slides/slide1.xml" Id="R8262aa323f5940f0" /><Relationship Type="http://schemas.openxmlformats.org/officeDocument/2006/relationships/slide" Target="/ppt/slides/slide2.xml" Id="R4c4f728125054d7b" /><Relationship Type="http://schemas.openxmlformats.org/officeDocument/2006/relationships/slide" Target="/ppt/slides/slide3.xml" Id="Rd52b81815e584943" /><Relationship Type="http://schemas.openxmlformats.org/officeDocument/2006/relationships/slide" Target="/ppt/slides/slide4.xml" Id="R3e0b26449bad4bac" /><Relationship Type="http://schemas.openxmlformats.org/officeDocument/2006/relationships/slide" Target="/ppt/slides/slide5.xml" Id="Rbc60ba45a5a7440f" /><Relationship Type="http://schemas.openxmlformats.org/officeDocument/2006/relationships/slide" Target="/ppt/slides/slide6.xml" Id="R525f58b17a6f42f2" /><Relationship Type="http://schemas.openxmlformats.org/officeDocument/2006/relationships/slide" Target="/ppt/slides/slide7.xml" Id="R0c404dcd03bc4890" /><Relationship Type="http://schemas.openxmlformats.org/officeDocument/2006/relationships/slide" Target="/ppt/slides/slide8.xml" Id="Rdc9f00ca97f34f1c" /><Relationship Type="http://schemas.openxmlformats.org/officeDocument/2006/relationships/slide" Target="/ppt/slides/slide9.xml" Id="Rdc189dafa36e4468" /><Relationship Type="http://schemas.openxmlformats.org/officeDocument/2006/relationships/slide" Target="/ppt/slides/slide10.xml" Id="Rf125832e0a3f4304" /><Relationship Type="http://schemas.openxmlformats.org/officeDocument/2006/relationships/slide" Target="/ppt/slides/slide11.xml" Id="Rc839d01a03654447" /><Relationship Type="http://schemas.openxmlformats.org/officeDocument/2006/relationships/slide" Target="/ppt/slides/slide12.xml" Id="Rac7fc915d4da44da" /><Relationship Type="http://schemas.openxmlformats.org/officeDocument/2006/relationships/slide" Target="/ppt/slides/slide13.xml" Id="Rf9659fd747364142" /><Relationship Type="http://schemas.openxmlformats.org/officeDocument/2006/relationships/slide" Target="/ppt/slides/slide14.xml" Id="R87bde7cce2cc4da6" /><Relationship Type="http://schemas.openxmlformats.org/officeDocument/2006/relationships/slide" Target="/ppt/slides/slide15.xml" Id="R73133ba42cde4c6f" /><Relationship Type="http://schemas.openxmlformats.org/officeDocument/2006/relationships/slide" Target="/ppt/slides/slide16.xml" Id="R690a2baec8dc4a12" /><Relationship Type="http://schemas.openxmlformats.org/officeDocument/2006/relationships/slide" Target="/ppt/slides/slide17.xml" Id="Ra80998e98a72499b" /><Relationship Type="http://schemas.openxmlformats.org/officeDocument/2006/relationships/slide" Target="/ppt/slides/slide18.xml" Id="Rd7938ab302a74c88" /><Relationship Type="http://schemas.openxmlformats.org/officeDocument/2006/relationships/slide" Target="/ppt/slides/slide19.xml" Id="R3c5fb423cfb540af" /><Relationship Type="http://schemas.openxmlformats.org/officeDocument/2006/relationships/slide" Target="/ppt/slides/slide20.xml" Id="R77ed04778cce4a59" /><Relationship Type="http://schemas.openxmlformats.org/officeDocument/2006/relationships/slide" Target="/ppt/slides/slide21.xml" Id="R8de45ffc36e845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1c9f4ec14a4f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7cad5183274d84" /><Relationship Type="http://schemas.openxmlformats.org/officeDocument/2006/relationships/notesMaster" Target="/ppt/notesMasters/notesMaster1.xml" Id="R5b414719e55c4c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66c90716c45c3" /><Relationship Type="http://schemas.openxmlformats.org/officeDocument/2006/relationships/notesMaster" Target="/ppt/notesMasters/notesMaster1.xml" Id="R03bb22afade8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69148eced34b65" /><Relationship Type="http://schemas.openxmlformats.org/officeDocument/2006/relationships/notesMaster" Target="/ppt/notesMasters/notesMaster1.xml" Id="R234a1a716ee846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3afa0949614633" /><Relationship Type="http://schemas.openxmlformats.org/officeDocument/2006/relationships/notesMaster" Target="/ppt/notesMasters/notesMaster1.xml" Id="R9ca1d3a3df134c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d562f20b4d4108" /><Relationship Type="http://schemas.openxmlformats.org/officeDocument/2006/relationships/notesMaster" Target="/ppt/notesMasters/notesMaster1.xml" Id="Rd9155635e0004a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1dd1c96334d53" /><Relationship Type="http://schemas.openxmlformats.org/officeDocument/2006/relationships/notesMaster" Target="/ppt/notesMasters/notesMaster1.xml" Id="R5d60ae2c2088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2ca9e9e1c64c0c" /><Relationship Type="http://schemas.openxmlformats.org/officeDocument/2006/relationships/notesMaster" Target="/ppt/notesMasters/notesMaster1.xml" Id="R24fd2d6a127841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ef62e0c6fa4988" /><Relationship Type="http://schemas.openxmlformats.org/officeDocument/2006/relationships/notesMaster" Target="/ppt/notesMasters/notesMaster1.xml" Id="R74bbd27c9aaf43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a7a1db53824043" /><Relationship Type="http://schemas.openxmlformats.org/officeDocument/2006/relationships/notesMaster" Target="/ppt/notesMasters/notesMaster1.xml" Id="Rc454bfe138ca45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2820a1505f440e" /><Relationship Type="http://schemas.openxmlformats.org/officeDocument/2006/relationships/notesMaster" Target="/ppt/notesMasters/notesMaster1.xml" Id="R2fe86718ea9249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6a41d089734280" /><Relationship Type="http://schemas.openxmlformats.org/officeDocument/2006/relationships/notesMaster" Target="/ppt/notesMasters/notesMaster1.xml" Id="R218285564a4947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21189c97fe4ce7" /><Relationship Type="http://schemas.openxmlformats.org/officeDocument/2006/relationships/notesMaster" Target="/ppt/notesMasters/notesMaster1.xml" Id="R5996c7f57dff41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f2c82f03c54451" /><Relationship Type="http://schemas.openxmlformats.org/officeDocument/2006/relationships/notesMaster" Target="/ppt/notesMasters/notesMaster1.xml" Id="Re26bcca0377c40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17b38b75914d66" /><Relationship Type="http://schemas.openxmlformats.org/officeDocument/2006/relationships/notesMaster" Target="/ppt/notesMasters/notesMaster1.xml" Id="R43a10b653f344d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83c1caa8b742c1" /><Relationship Type="http://schemas.openxmlformats.org/officeDocument/2006/relationships/notesMaster" Target="/ppt/notesMasters/notesMaster1.xml" Id="R3eb5791893e640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4c44095a604b51" /><Relationship Type="http://schemas.openxmlformats.org/officeDocument/2006/relationships/notesMaster" Target="/ppt/notesMasters/notesMaster1.xml" Id="R824704c7b38b49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21dceecc42491a" /><Relationship Type="http://schemas.openxmlformats.org/officeDocument/2006/relationships/notesMaster" Target="/ppt/notesMasters/notesMaster1.xml" Id="Ra026465203fb4c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dceb12b8724aef" /><Relationship Type="http://schemas.openxmlformats.org/officeDocument/2006/relationships/notesMaster" Target="/ppt/notesMasters/notesMaster1.xml" Id="Ra1c73d791f4c4d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0a2b41fe3b4d2c" /><Relationship Type="http://schemas.openxmlformats.org/officeDocument/2006/relationships/notesMaster" Target="/ppt/notesMasters/notesMaster1.xml" Id="R4d4ee2fc60514d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16e0f9d8e642c0" /><Relationship Type="http://schemas.openxmlformats.org/officeDocument/2006/relationships/notesMaster" Target="/ppt/notesMasters/notesMaster1.xml" Id="R25ac7cc7a97740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265ebe8af54d04" /><Relationship Type="http://schemas.openxmlformats.org/officeDocument/2006/relationships/notesMaster" Target="/ppt/notesMasters/notesMaster1.xml" Id="Rb640b92beb844c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3e39f075241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f99d3bc5c424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936300797e4f1a" /><Relationship Type="http://schemas.openxmlformats.org/officeDocument/2006/relationships/slideLayout" Target="/ppt/slideLayouts/slideLayout1.xml" Id="R6d295a796f03495d" /><Relationship Type="http://schemas.openxmlformats.org/officeDocument/2006/relationships/slideLayout" Target="/ppt/slideLayouts/slideLayout2.xml" Id="Re98ed5147a7c45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295a796f03495d"/>
    <p:sldLayoutId xmlns:r="http://schemas.openxmlformats.org/officeDocument/2006/relationships" id="2147483650" r:id="Re98ed5147a7c4538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7f95b1646743b4" /><Relationship Type="http://schemas.openxmlformats.org/officeDocument/2006/relationships/image" Target="/ppt/media/image.png" Id="R55ec58385def4598" /><Relationship Type="http://schemas.openxmlformats.org/officeDocument/2006/relationships/image" Target="/ppt/media/image2.png" Id="R772a9251ef0d4657" /><Relationship Type="http://schemas.openxmlformats.org/officeDocument/2006/relationships/notesSlide" Target="/ppt/notesSlides/notesSlide1.xml" Id="R95877269daa440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2558b66a84455" /><Relationship Type="http://schemas.openxmlformats.org/officeDocument/2006/relationships/image" Target="/ppt/media/image2.png" Id="Rb8b42fd5ae2b4534" /><Relationship Type="http://schemas.openxmlformats.org/officeDocument/2006/relationships/notesSlide" Target="/ppt/notesSlides/notesSlide2.xml" Id="R2b6292c95ad248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c19dbb90a47f8" /><Relationship Type="http://schemas.openxmlformats.org/officeDocument/2006/relationships/image" Target="/ppt/media/image2.png" Id="R60d57aa49aea4d01" /><Relationship Type="http://schemas.openxmlformats.org/officeDocument/2006/relationships/notesSlide" Target="/ppt/notesSlides/notesSlide3.xml" Id="R152aa796ccb248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30a0cf9ae0482b" /><Relationship Type="http://schemas.openxmlformats.org/officeDocument/2006/relationships/image" Target="/ppt/media/image2.png" Id="Rd985012cda7c49ea" /><Relationship Type="http://schemas.openxmlformats.org/officeDocument/2006/relationships/notesSlide" Target="/ppt/notesSlides/notesSlide4.xml" Id="Rdd24b646671741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6eb7973df3439d" /><Relationship Type="http://schemas.openxmlformats.org/officeDocument/2006/relationships/image" Target="/ppt/media/image2.png" Id="R3fde41e4c45e4ef2" /><Relationship Type="http://schemas.openxmlformats.org/officeDocument/2006/relationships/notesSlide" Target="/ppt/notesSlides/notesSlide5.xml" Id="R6ad8f543bf6546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c48543f9d4917" /><Relationship Type="http://schemas.openxmlformats.org/officeDocument/2006/relationships/image" Target="/ppt/media/image2.png" Id="Rf8c1b91ecc254cf0" /><Relationship Type="http://schemas.openxmlformats.org/officeDocument/2006/relationships/notesSlide" Target="/ppt/notesSlides/notesSlide6.xml" Id="R51f8fee633e14c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27e319b564ac7" /><Relationship Type="http://schemas.openxmlformats.org/officeDocument/2006/relationships/image" Target="/ppt/media/image2.png" Id="R9ca1a76f1acf4bd6" /><Relationship Type="http://schemas.openxmlformats.org/officeDocument/2006/relationships/notesSlide" Target="/ppt/notesSlides/notesSlide7.xml" Id="Re2b4c2c3d602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e08f7f74f40eb" /><Relationship Type="http://schemas.openxmlformats.org/officeDocument/2006/relationships/image" Target="/ppt/media/image2.png" Id="R5379ed2f156949d9" /><Relationship Type="http://schemas.openxmlformats.org/officeDocument/2006/relationships/notesSlide" Target="/ppt/notesSlides/notesSlide8.xml" Id="Rbc0cd05ba9ed4e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889ca350354d39" /><Relationship Type="http://schemas.openxmlformats.org/officeDocument/2006/relationships/image" Target="/ppt/media/image2.png" Id="Rd6c6c4ead90648c0" /><Relationship Type="http://schemas.openxmlformats.org/officeDocument/2006/relationships/notesSlide" Target="/ppt/notesSlides/notesSlide9.xml" Id="Rafa4a4a8d2cc44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d80abe78d48c7" /><Relationship Type="http://schemas.openxmlformats.org/officeDocument/2006/relationships/image" Target="/ppt/media/image2.png" Id="Rd724dde3d916405a" /><Relationship Type="http://schemas.openxmlformats.org/officeDocument/2006/relationships/notesSlide" Target="/ppt/notesSlides/notesSlide10.xml" Id="R50b9485660e844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a13a8786b4073" /><Relationship Type="http://schemas.openxmlformats.org/officeDocument/2006/relationships/image" Target="/ppt/media/image2.png" Id="R9bd54f61057f4f68" /><Relationship Type="http://schemas.openxmlformats.org/officeDocument/2006/relationships/notesSlide" Target="/ppt/notesSlides/notesSlide11.xml" Id="Rb09f28dd421e42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f845b822044bc" /><Relationship Type="http://schemas.openxmlformats.org/officeDocument/2006/relationships/image" Target="/ppt/media/image2.png" Id="R8746d0d74ffb4b6e" /><Relationship Type="http://schemas.openxmlformats.org/officeDocument/2006/relationships/notesSlide" Target="/ppt/notesSlides/notesSlide12.xml" Id="Ra38fbea97c4646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16f3896c58437d" /><Relationship Type="http://schemas.openxmlformats.org/officeDocument/2006/relationships/image" Target="/ppt/media/image2.png" Id="R5ee44a474d4a44ac" /><Relationship Type="http://schemas.openxmlformats.org/officeDocument/2006/relationships/notesSlide" Target="/ppt/notesSlides/notesSlide13.xml" Id="R40403dd2f73441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34b8a17f24496a" /><Relationship Type="http://schemas.openxmlformats.org/officeDocument/2006/relationships/image" Target="/ppt/media/image2.png" Id="R8788b647acf745b6" /><Relationship Type="http://schemas.openxmlformats.org/officeDocument/2006/relationships/notesSlide" Target="/ppt/notesSlides/notesSlide14.xml" Id="Rd79ae1f3bff645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e4c95e4264194" /><Relationship Type="http://schemas.openxmlformats.org/officeDocument/2006/relationships/image" Target="/ppt/media/image2.png" Id="R792b0709af254cf5" /><Relationship Type="http://schemas.openxmlformats.org/officeDocument/2006/relationships/notesSlide" Target="/ppt/notesSlides/notesSlide15.xml" Id="R81690225006a47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5d02f92cb54199" /><Relationship Type="http://schemas.openxmlformats.org/officeDocument/2006/relationships/image" Target="/ppt/media/image2.png" Id="Raf50bf2f30a2457c" /><Relationship Type="http://schemas.openxmlformats.org/officeDocument/2006/relationships/notesSlide" Target="/ppt/notesSlides/notesSlide16.xml" Id="Rd1a1c3a6bfde49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6a7e36b7b4ffa" /><Relationship Type="http://schemas.openxmlformats.org/officeDocument/2006/relationships/image" Target="/ppt/media/image2.png" Id="R9ec3a28b04904871" /><Relationship Type="http://schemas.openxmlformats.org/officeDocument/2006/relationships/notesSlide" Target="/ppt/notesSlides/notesSlide17.xml" Id="R8ac1a717b93742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dff34d75294d9d" /><Relationship Type="http://schemas.openxmlformats.org/officeDocument/2006/relationships/image" Target="/ppt/media/image2.png" Id="R690ed7fb1eea41aa" /><Relationship Type="http://schemas.openxmlformats.org/officeDocument/2006/relationships/notesSlide" Target="/ppt/notesSlides/notesSlide18.xml" Id="Rbdf7aaf3cb8e41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03d6830104eb0" /><Relationship Type="http://schemas.openxmlformats.org/officeDocument/2006/relationships/image" Target="/ppt/media/image2.png" Id="Ra3bfdefdc96e412f" /><Relationship Type="http://schemas.openxmlformats.org/officeDocument/2006/relationships/notesSlide" Target="/ppt/notesSlides/notesSlide19.xml" Id="R9bdb9affe1f848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5bddf6151443c3" /><Relationship Type="http://schemas.openxmlformats.org/officeDocument/2006/relationships/image" Target="/ppt/media/image2.png" Id="R7c5378d283704c1f" /><Relationship Type="http://schemas.openxmlformats.org/officeDocument/2006/relationships/notesSlide" Target="/ppt/notesSlides/notesSlide20.xml" Id="R9cbc9d18af5b4d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53a114d6d74f3e" /><Relationship Type="http://schemas.openxmlformats.org/officeDocument/2006/relationships/image" Target="/ppt/media/image.png" Id="R26419af67d9a4158" /><Relationship Type="http://schemas.openxmlformats.org/officeDocument/2006/relationships/image" Target="/ppt/media/image2.png" Id="R7dc80190d7054ffd" /><Relationship Type="http://schemas.openxmlformats.org/officeDocument/2006/relationships/notesSlide" Target="/ppt/notesSlides/notesSlide21.xml" Id="R67142674e4bc42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c58385def4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a9251ef0d46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Komputasi Statistik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dan Optimasi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Bertho Tantular,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Komputasi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Statistik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42fd5ae2b4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Komputasi &amp; Optimasi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48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Mata kuliah ini membangun penguasaan komputasi statistik dan optimasi melalui teori, praktik komputasi, studi kasus, dan komunikasi ilmiah.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Mata kuliah ini memuat empat capaian pembelajaran mata kuliah utama.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merancang strategi pengumpulan data…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mengelola, menganalisis, dan menyelesaikan…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Ketiga, mahasiswa mampu mengembangkan algoritma komputasi dan…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57aa49aea4d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Mata kuliah ini memuat empat capaian pembelajaran mata kuliah utama.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91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merancang strategi pengumpulan data berbasis komputasi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mengelola, menganalisis, dan menyelesaikan masalah nyata dengan…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5012cda7c49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Orientasi, Simple Random, Stratified, Cluster Sampling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Monte Carlo, Bootstrap, Gradient Descent, UTS dan Integrasi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Pengembangan, EM Algorithm untuk, MCMC dan, Optimasi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Komputasi Bayesian, Gibbs Sampling dan, Pelaporan Ilmiah, UAS, Proyek…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e41e4c45e4e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Komputasi &amp; Optimasi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1b91ecc254c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1a76f1acf4b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Orientasi, Simple Random, Stratified, Cluster Sampling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Orientasi Komputasi Statistik dan…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Simple Random Sampling dan…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Stratified Sampling dan Alokasi…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Orientasi Komputasi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Simple Random Sampling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Stratified Sampling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Cluster Sampling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9ed2f156949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Stratified, Cluster Sampling, Monte Carlo, Bootstrap, Gradient Descent, UTS dan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Stratified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stratified sampling…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152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Cluster Sampling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cluster sampling…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Monte Carlo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Monte Carlo simulation…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Bootstrap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bootstrap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003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Gradient Descent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gradient descent…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 dan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pembelajaran: integrasi sampling…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n_h=n_hS_hΣ_k=1^HN_kS_k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6c4ead90648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θ̂_MC=(1)/(B)Σ_b=1^Bg(X_b)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Monte Carlo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Bootstrap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Gradient Descent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dan Integrasi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Pengembangan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Fokus…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4dde3d91640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Validasi=,\ varians,\ MSE,\ stabilitas\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54f61057f4f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6d0d74ffb4b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44a474d4a44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Pengembangan, EM Algorithm untuk, MCMC dan, Optimasi, Komputasi Bayesian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MSE(θ̂)=Var(θ̂)+Bias(θ̂)^2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α(x,y)=\1,((y)q(x y))/((x)q(y x))\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p(θ y)=(p(yθ)p(θ))/(p(y))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Pengembangan Algoritma Statistik…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EM Algorithm untuk Missing Data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MCMC dan Metropolis-Hastings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Optimasi Non-linear dan Metaheuristik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Dasar Komputasi Bayesian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8b647acf745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b0709af254c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EM Algorithm untuk Missing Data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MCMC dan Metropolis-Hastings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Optimasi Non-linear dan Metaheuristik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Dasar Komputasi Bayesian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Gibbs Sampling dan Model Hierarkis…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Pelaporan Ilmiah, Etika Publikasi, dan…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0bf2f30a245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3a28b04904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ed7fb1eea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MCMC dan Metropolis-Hastings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Optimasi Non-linear dan…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Dasar Komputasi Bayesian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Gibbs Sampling dan Model Hierarkis…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Pelaporan Ilmiah, Etika Publikasi…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UAS, Proyek Akhir, dan Portofolio…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fdefdc96e41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Orientasi Komputasi…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Simple Random Sampling…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Monte Carlo Simulation…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dan Integrasi Blok 1-2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EM Algorithm untuk…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Pelaporan Ilmiah, Etika…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378d283704c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Komputasi &amp; Optimasi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Mengapa…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baseline penting…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 risiko…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utama jika…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Bagaimana cara…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cara menjelaskan…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ngapa baseline…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ngapa baseline penting sebelum…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Mengapa…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baseline penting…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19af67d9a4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80190d7054f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Komputasi &amp; Optimasi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Komputasi Statistik dan Optimasi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2026-07-26T23:34:21.0420000Z</dcterms:created>
  <dcterms:modified xsi:type="dcterms:W3CDTF">2026-07-26T23:34:21.0420000Z</dcterms:modified>
</coreProperties>
</file>