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3e2685aa2a4851" /><Relationship Type="http://schemas.openxmlformats.org/officeDocument/2006/relationships/extended-properties" Target="/docProps/app.xml" Id="R65406b7dc24343ef" /><Relationship Type="http://schemas.openxmlformats.org/officeDocument/2006/relationships/officeDocument" Target="/ppt/presentation.xml" Id="R7a61b7ab385a4c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9a6b939d8f4847"/>
  </p:sldMasterIdLst>
  <p:notesMasterIdLst>
    <p:notesMasterId xmlns:r="http://schemas.openxmlformats.org/officeDocument/2006/relationships" r:id="Rda1976f8532a4848"/>
  </p:notesMasterIdLst>
  <p:sldIdLst>
    <p:sldId xmlns:r="http://schemas.openxmlformats.org/officeDocument/2006/relationships" id="256" r:id="R951076a52e8b49cf"/>
    <p:sldId xmlns:r="http://schemas.openxmlformats.org/officeDocument/2006/relationships" id="257" r:id="R7163f19769094a2c"/>
    <p:sldId xmlns:r="http://schemas.openxmlformats.org/officeDocument/2006/relationships" id="258" r:id="R3685cdf0c7b64c61"/>
    <p:sldId xmlns:r="http://schemas.openxmlformats.org/officeDocument/2006/relationships" id="259" r:id="R9d6bb13f751143c6"/>
    <p:sldId xmlns:r="http://schemas.openxmlformats.org/officeDocument/2006/relationships" id="260" r:id="R51c6afad98554037"/>
    <p:sldId xmlns:r="http://schemas.openxmlformats.org/officeDocument/2006/relationships" id="261" r:id="Rb53ca1dc41e54252"/>
    <p:sldId xmlns:r="http://schemas.openxmlformats.org/officeDocument/2006/relationships" id="262" r:id="R58f88d5f70d9469f"/>
    <p:sldId xmlns:r="http://schemas.openxmlformats.org/officeDocument/2006/relationships" id="263" r:id="R5ba2aff9ce4c4a19"/>
    <p:sldId xmlns:r="http://schemas.openxmlformats.org/officeDocument/2006/relationships" id="264" r:id="R5f898255efc54ace"/>
    <p:sldId xmlns:r="http://schemas.openxmlformats.org/officeDocument/2006/relationships" id="265" r:id="Rab448fdc1f344edc"/>
    <p:sldId xmlns:r="http://schemas.openxmlformats.org/officeDocument/2006/relationships" id="266" r:id="R4051da39bf124d75"/>
    <p:sldId xmlns:r="http://schemas.openxmlformats.org/officeDocument/2006/relationships" id="267" r:id="Racc0d5bea05c488b"/>
    <p:sldId xmlns:r="http://schemas.openxmlformats.org/officeDocument/2006/relationships" id="268" r:id="Rd6eb76ddf91a4b5a"/>
    <p:sldId xmlns:r="http://schemas.openxmlformats.org/officeDocument/2006/relationships" id="269" r:id="Re50a8bdf369e425b"/>
    <p:sldId xmlns:r="http://schemas.openxmlformats.org/officeDocument/2006/relationships" id="270" r:id="R96ce387e9d334edb"/>
    <p:sldId xmlns:r="http://schemas.openxmlformats.org/officeDocument/2006/relationships" id="271" r:id="R6b13bddbe31047db"/>
    <p:sldId xmlns:r="http://schemas.openxmlformats.org/officeDocument/2006/relationships" id="272" r:id="R1bd07fae5fdf40f0"/>
    <p:sldId xmlns:r="http://schemas.openxmlformats.org/officeDocument/2006/relationships" id="273" r:id="Rb604051a47104893"/>
    <p:sldId xmlns:r="http://schemas.openxmlformats.org/officeDocument/2006/relationships" id="274" r:id="R17fafa6a7c1948e2"/>
    <p:sldId xmlns:r="http://schemas.openxmlformats.org/officeDocument/2006/relationships" id="275" r:id="R2edb6224fbeb41af"/>
    <p:sldId xmlns:r="http://schemas.openxmlformats.org/officeDocument/2006/relationships" id="276" r:id="R4d167a11bfa34c9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33d98fe87b4672" /><Relationship Type="http://schemas.openxmlformats.org/officeDocument/2006/relationships/slideMaster" Target="/ppt/slideMasters/slideMaster1.xml" Id="Rd89a6b939d8f4847" /><Relationship Type="http://schemas.openxmlformats.org/officeDocument/2006/relationships/notesMaster" Target="/ppt/notesMasters/notesMaster1.xml" Id="Rda1976f8532a4848" /><Relationship Type="http://schemas.openxmlformats.org/officeDocument/2006/relationships/presProps" Target="/ppt/presProps.xml" Id="R7b796b52152d4df2" /><Relationship Type="http://schemas.openxmlformats.org/officeDocument/2006/relationships/tableStyles" Target="/ppt/tableStyles.xml" Id="R392b991b00c8463c" /><Relationship Type="http://schemas.openxmlformats.org/officeDocument/2006/relationships/slide" Target="/ppt/slides/slide1.xml" Id="R951076a52e8b49cf" /><Relationship Type="http://schemas.openxmlformats.org/officeDocument/2006/relationships/slide" Target="/ppt/slides/slide2.xml" Id="R7163f19769094a2c" /><Relationship Type="http://schemas.openxmlformats.org/officeDocument/2006/relationships/slide" Target="/ppt/slides/slide3.xml" Id="R3685cdf0c7b64c61" /><Relationship Type="http://schemas.openxmlformats.org/officeDocument/2006/relationships/slide" Target="/ppt/slides/slide4.xml" Id="R9d6bb13f751143c6" /><Relationship Type="http://schemas.openxmlformats.org/officeDocument/2006/relationships/slide" Target="/ppt/slides/slide5.xml" Id="R51c6afad98554037" /><Relationship Type="http://schemas.openxmlformats.org/officeDocument/2006/relationships/slide" Target="/ppt/slides/slide6.xml" Id="Rb53ca1dc41e54252" /><Relationship Type="http://schemas.openxmlformats.org/officeDocument/2006/relationships/slide" Target="/ppt/slides/slide7.xml" Id="R58f88d5f70d9469f" /><Relationship Type="http://schemas.openxmlformats.org/officeDocument/2006/relationships/slide" Target="/ppt/slides/slide8.xml" Id="R5ba2aff9ce4c4a19" /><Relationship Type="http://schemas.openxmlformats.org/officeDocument/2006/relationships/slide" Target="/ppt/slides/slide9.xml" Id="R5f898255efc54ace" /><Relationship Type="http://schemas.openxmlformats.org/officeDocument/2006/relationships/slide" Target="/ppt/slides/slide10.xml" Id="Rab448fdc1f344edc" /><Relationship Type="http://schemas.openxmlformats.org/officeDocument/2006/relationships/slide" Target="/ppt/slides/slide11.xml" Id="R4051da39bf124d75" /><Relationship Type="http://schemas.openxmlformats.org/officeDocument/2006/relationships/slide" Target="/ppt/slides/slide12.xml" Id="Racc0d5bea05c488b" /><Relationship Type="http://schemas.openxmlformats.org/officeDocument/2006/relationships/slide" Target="/ppt/slides/slide13.xml" Id="Rd6eb76ddf91a4b5a" /><Relationship Type="http://schemas.openxmlformats.org/officeDocument/2006/relationships/slide" Target="/ppt/slides/slide14.xml" Id="Re50a8bdf369e425b" /><Relationship Type="http://schemas.openxmlformats.org/officeDocument/2006/relationships/slide" Target="/ppt/slides/slide15.xml" Id="R96ce387e9d334edb" /><Relationship Type="http://schemas.openxmlformats.org/officeDocument/2006/relationships/slide" Target="/ppt/slides/slide16.xml" Id="R6b13bddbe31047db" /><Relationship Type="http://schemas.openxmlformats.org/officeDocument/2006/relationships/slide" Target="/ppt/slides/slide17.xml" Id="R1bd07fae5fdf40f0" /><Relationship Type="http://schemas.openxmlformats.org/officeDocument/2006/relationships/slide" Target="/ppt/slides/slide18.xml" Id="Rb604051a47104893" /><Relationship Type="http://schemas.openxmlformats.org/officeDocument/2006/relationships/slide" Target="/ppt/slides/slide19.xml" Id="R17fafa6a7c1948e2" /><Relationship Type="http://schemas.openxmlformats.org/officeDocument/2006/relationships/slide" Target="/ppt/slides/slide20.xml" Id="R2edb6224fbeb41af" /><Relationship Type="http://schemas.openxmlformats.org/officeDocument/2006/relationships/slide" Target="/ppt/slides/slide21.xml" Id="R4d167a11bfa34c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ebe665892d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cf20a6861e4091" /><Relationship Type="http://schemas.openxmlformats.org/officeDocument/2006/relationships/notesMaster" Target="/ppt/notesMasters/notesMaster1.xml" Id="Ree53b2e9272745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b68362fdaa4b08" /><Relationship Type="http://schemas.openxmlformats.org/officeDocument/2006/relationships/notesMaster" Target="/ppt/notesMasters/notesMaster1.xml" Id="R534c81e2eddd47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5e2a98f67e403d" /><Relationship Type="http://schemas.openxmlformats.org/officeDocument/2006/relationships/notesMaster" Target="/ppt/notesMasters/notesMaster1.xml" Id="R261282ce04ee48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c79c70199e4852" /><Relationship Type="http://schemas.openxmlformats.org/officeDocument/2006/relationships/notesMaster" Target="/ppt/notesMasters/notesMaster1.xml" Id="Re72221363b654f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9ea0389e404811" /><Relationship Type="http://schemas.openxmlformats.org/officeDocument/2006/relationships/notesMaster" Target="/ppt/notesMasters/notesMaster1.xml" Id="Rca8ab73fea4945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463c3c75384984" /><Relationship Type="http://schemas.openxmlformats.org/officeDocument/2006/relationships/notesMaster" Target="/ppt/notesMasters/notesMaster1.xml" Id="Ra0d5c0af170045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0b8995d95a4465" /><Relationship Type="http://schemas.openxmlformats.org/officeDocument/2006/relationships/notesMaster" Target="/ppt/notesMasters/notesMaster1.xml" Id="R805b834f74f341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16f1575f754b61" /><Relationship Type="http://schemas.openxmlformats.org/officeDocument/2006/relationships/notesMaster" Target="/ppt/notesMasters/notesMaster1.xml" Id="Rf2be2420f4d04b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877fbc11414695" /><Relationship Type="http://schemas.openxmlformats.org/officeDocument/2006/relationships/notesMaster" Target="/ppt/notesMasters/notesMaster1.xml" Id="Rd6d927778d9f48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93bedc840b4ee9" /><Relationship Type="http://schemas.openxmlformats.org/officeDocument/2006/relationships/notesMaster" Target="/ppt/notesMasters/notesMaster1.xml" Id="Rfa57e34f312c49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e154ed13704de8" /><Relationship Type="http://schemas.openxmlformats.org/officeDocument/2006/relationships/notesMaster" Target="/ppt/notesMasters/notesMaster1.xml" Id="Ra6896e1453174c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b2fc85490c949e5" /><Relationship Type="http://schemas.openxmlformats.org/officeDocument/2006/relationships/notesMaster" Target="/ppt/notesMasters/notesMaster1.xml" Id="Rf2d58f915fe04c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0e4362d5fe4cd8" /><Relationship Type="http://schemas.openxmlformats.org/officeDocument/2006/relationships/notesMaster" Target="/ppt/notesMasters/notesMaster1.xml" Id="R35506f981c2f4c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5a54edf7e744b08" /><Relationship Type="http://schemas.openxmlformats.org/officeDocument/2006/relationships/notesMaster" Target="/ppt/notesMasters/notesMaster1.xml" Id="R25c6f9edc6184a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25666315de4f1b" /><Relationship Type="http://schemas.openxmlformats.org/officeDocument/2006/relationships/notesMaster" Target="/ppt/notesMasters/notesMaster1.xml" Id="Rb63a3bf3a93c49a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2ab1715da9406d" /><Relationship Type="http://schemas.openxmlformats.org/officeDocument/2006/relationships/notesMaster" Target="/ppt/notesMasters/notesMaster1.xml" Id="Rbdfd8e6b9b8b41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9ec70d784446e9" /><Relationship Type="http://schemas.openxmlformats.org/officeDocument/2006/relationships/notesMaster" Target="/ppt/notesMasters/notesMaster1.xml" Id="Rd787afeb0e1b4b7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82980f478c64629" /><Relationship Type="http://schemas.openxmlformats.org/officeDocument/2006/relationships/notesMaster" Target="/ppt/notesMasters/notesMaster1.xml" Id="Re341701b4c5644e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8bf83b17834a3f" /><Relationship Type="http://schemas.openxmlformats.org/officeDocument/2006/relationships/notesMaster" Target="/ppt/notesMasters/notesMaster1.xml" Id="Rb66f9568708b404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77aff9fb914443e" /><Relationship Type="http://schemas.openxmlformats.org/officeDocument/2006/relationships/notesMaster" Target="/ppt/notesMasters/notesMaster1.xml" Id="R8224f01a15b741e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60b5ddb52124a38" /><Relationship Type="http://schemas.openxmlformats.org/officeDocument/2006/relationships/notesMaster" Target="/ppt/notesMasters/notesMaster1.xml" Id="Re1f045ab655c49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271f56a5346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6fbf613e0f42f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d88557fbee4649" /><Relationship Type="http://schemas.openxmlformats.org/officeDocument/2006/relationships/slideLayout" Target="/ppt/slideLayouts/slideLayout1.xml" Id="R667ed40d6cf246e1" /><Relationship Type="http://schemas.openxmlformats.org/officeDocument/2006/relationships/slideLayout" Target="/ppt/slideLayouts/slideLayout2.xml" Id="R578bb97eee03467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7ed40d6cf246e1"/>
    <p:sldLayoutId xmlns:r="http://schemas.openxmlformats.org/officeDocument/2006/relationships" id="2147483650" r:id="R578bb97eee034673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d91182d0d140b7" /><Relationship Type="http://schemas.openxmlformats.org/officeDocument/2006/relationships/image" Target="/ppt/media/image.png" Id="Rb8c0da086c9e4a80" /><Relationship Type="http://schemas.openxmlformats.org/officeDocument/2006/relationships/image" Target="/ppt/media/image2.png" Id="R46bb83b5e8c44e4f" /><Relationship Type="http://schemas.openxmlformats.org/officeDocument/2006/relationships/notesSlide" Target="/ppt/notesSlides/notesSlide1.xml" Id="R108b7c8c6a3841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2a1d4b903941a6" /><Relationship Type="http://schemas.openxmlformats.org/officeDocument/2006/relationships/image" Target="/ppt/media/image2.png" Id="Re1ad7945e8cb472a" /><Relationship Type="http://schemas.openxmlformats.org/officeDocument/2006/relationships/notesSlide" Target="/ppt/notesSlides/notesSlide2.xml" Id="R146a5293a9824d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47162053414779" /><Relationship Type="http://schemas.openxmlformats.org/officeDocument/2006/relationships/image" Target="/ppt/media/image2.png" Id="Ra20b5d2dc26e43c7" /><Relationship Type="http://schemas.openxmlformats.org/officeDocument/2006/relationships/notesSlide" Target="/ppt/notesSlides/notesSlide3.xml" Id="R2cdf142cb25a49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6f20fe0c414148" /><Relationship Type="http://schemas.openxmlformats.org/officeDocument/2006/relationships/image" Target="/ppt/media/image2.png" Id="R926769e1672e46ff" /><Relationship Type="http://schemas.openxmlformats.org/officeDocument/2006/relationships/notesSlide" Target="/ppt/notesSlides/notesSlide4.xml" Id="Rd8d5eeafa67f4d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0082b475cf4c94" /><Relationship Type="http://schemas.openxmlformats.org/officeDocument/2006/relationships/image" Target="/ppt/media/image2.png" Id="R35ecc3826bda4182" /><Relationship Type="http://schemas.openxmlformats.org/officeDocument/2006/relationships/notesSlide" Target="/ppt/notesSlides/notesSlide5.xml" Id="R71e1e999c58e4a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01e4144d1142ce" /><Relationship Type="http://schemas.openxmlformats.org/officeDocument/2006/relationships/image" Target="/ppt/media/image2.png" Id="R730a7ffb9136426a" /><Relationship Type="http://schemas.openxmlformats.org/officeDocument/2006/relationships/notesSlide" Target="/ppt/notesSlides/notesSlide6.xml" Id="R54270f2826ed4a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1cf6d76b5a4c71" /><Relationship Type="http://schemas.openxmlformats.org/officeDocument/2006/relationships/image" Target="/ppt/media/image2.png" Id="R308c239b384841b3" /><Relationship Type="http://schemas.openxmlformats.org/officeDocument/2006/relationships/notesSlide" Target="/ppt/notesSlides/notesSlide7.xml" Id="Rb1d9dae1ad9c47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0fdba813b349e1" /><Relationship Type="http://schemas.openxmlformats.org/officeDocument/2006/relationships/image" Target="/ppt/media/image2.png" Id="Rf47720d52113406a" /><Relationship Type="http://schemas.openxmlformats.org/officeDocument/2006/relationships/notesSlide" Target="/ppt/notesSlides/notesSlide8.xml" Id="R49aa9a3e3d7b41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706d980704496b" /><Relationship Type="http://schemas.openxmlformats.org/officeDocument/2006/relationships/image" Target="/ppt/media/image2.png" Id="R4393cf2782c244f8" /><Relationship Type="http://schemas.openxmlformats.org/officeDocument/2006/relationships/notesSlide" Target="/ppt/notesSlides/notesSlide9.xml" Id="Rcb662655d9ef47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653c72635743da" /><Relationship Type="http://schemas.openxmlformats.org/officeDocument/2006/relationships/image" Target="/ppt/media/image2.png" Id="R7075cd86055949c7" /><Relationship Type="http://schemas.openxmlformats.org/officeDocument/2006/relationships/notesSlide" Target="/ppt/notesSlides/notesSlide10.xml" Id="R5c0e8627967747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3a0a194f2a4970" /><Relationship Type="http://schemas.openxmlformats.org/officeDocument/2006/relationships/image" Target="/ppt/media/image2.png" Id="Rf04432a916f04f42" /><Relationship Type="http://schemas.openxmlformats.org/officeDocument/2006/relationships/notesSlide" Target="/ppt/notesSlides/notesSlide11.xml" Id="R4053001beede473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2a30826a4941df" /><Relationship Type="http://schemas.openxmlformats.org/officeDocument/2006/relationships/image" Target="/ppt/media/image2.png" Id="Rf08211245a4c4921" /><Relationship Type="http://schemas.openxmlformats.org/officeDocument/2006/relationships/notesSlide" Target="/ppt/notesSlides/notesSlide12.xml" Id="R24f304af424a44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8a0ac7a71946c7" /><Relationship Type="http://schemas.openxmlformats.org/officeDocument/2006/relationships/image" Target="/ppt/media/image2.png" Id="R25215f8bce7647c2" /><Relationship Type="http://schemas.openxmlformats.org/officeDocument/2006/relationships/notesSlide" Target="/ppt/notesSlides/notesSlide13.xml" Id="R21b9d341e2174a2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c3bbd1662947fe" /><Relationship Type="http://schemas.openxmlformats.org/officeDocument/2006/relationships/image" Target="/ppt/media/image2.png" Id="Rb36c0a8fb0584347" /><Relationship Type="http://schemas.openxmlformats.org/officeDocument/2006/relationships/notesSlide" Target="/ppt/notesSlides/notesSlide14.xml" Id="R8977d933a8e4485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3c773a200a4fae" /><Relationship Type="http://schemas.openxmlformats.org/officeDocument/2006/relationships/image" Target="/ppt/media/image2.png" Id="R38ffa310fc0f4a42" /><Relationship Type="http://schemas.openxmlformats.org/officeDocument/2006/relationships/notesSlide" Target="/ppt/notesSlides/notesSlide15.xml" Id="Rd2ce7451692b4ee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23de3dde8e4cbb" /><Relationship Type="http://schemas.openxmlformats.org/officeDocument/2006/relationships/image" Target="/ppt/media/image2.png" Id="R0cc71927970c4474" /><Relationship Type="http://schemas.openxmlformats.org/officeDocument/2006/relationships/notesSlide" Target="/ppt/notesSlides/notesSlide16.xml" Id="R37d7b89867744e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442b5f3b2c4825" /><Relationship Type="http://schemas.openxmlformats.org/officeDocument/2006/relationships/image" Target="/ppt/media/image2.png" Id="R5cac4d31114246ba" /><Relationship Type="http://schemas.openxmlformats.org/officeDocument/2006/relationships/notesSlide" Target="/ppt/notesSlides/notesSlide17.xml" Id="R7d1b35b2c4c7487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c60f3adedf4544" /><Relationship Type="http://schemas.openxmlformats.org/officeDocument/2006/relationships/image" Target="/ppt/media/image2.png" Id="Rfc69cfee239d4e70" /><Relationship Type="http://schemas.openxmlformats.org/officeDocument/2006/relationships/notesSlide" Target="/ppt/notesSlides/notesSlide18.xml" Id="R99926f75827f4ab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60702c39c54577" /><Relationship Type="http://schemas.openxmlformats.org/officeDocument/2006/relationships/image" Target="/ppt/media/image2.png" Id="R265d0666c09c4b46" /><Relationship Type="http://schemas.openxmlformats.org/officeDocument/2006/relationships/notesSlide" Target="/ppt/notesSlides/notesSlide19.xml" Id="Rbe9ca666d0ba4e0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516d0481814c76" /><Relationship Type="http://schemas.openxmlformats.org/officeDocument/2006/relationships/image" Target="/ppt/media/image2.png" Id="R32df8489c0d7421d" /><Relationship Type="http://schemas.openxmlformats.org/officeDocument/2006/relationships/notesSlide" Target="/ppt/notesSlides/notesSlide20.xml" Id="R21a2380d27494c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6e84e8a9454f94" /><Relationship Type="http://schemas.openxmlformats.org/officeDocument/2006/relationships/image" Target="/ppt/media/image.png" Id="Rd682b2af639144f9" /><Relationship Type="http://schemas.openxmlformats.org/officeDocument/2006/relationships/image" Target="/ppt/media/image2.png" Id="Rde21260bbe984875" /><Relationship Type="http://schemas.openxmlformats.org/officeDocument/2006/relationships/notesSlide" Target="/ppt/notesSlides/notesSlide21.xml" Id="Rc5de7882d41147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0da086c9e4a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b83b5e8c44e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Komputasi Statistik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dan Optimasi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Bertho Tantular,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Komputasi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Statistik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d7945e8c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Komputasi &amp; Optimasi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48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Mata kuliah ini membangun penguasaan komputasi statistik dan optimasi melalui teori, praktik komputasi, studi kasus, dan komunikasi ilmiah.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Mata kuliah ini memuat empat capaian pembelajaran mata kuliah utama.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merancang strategi pengumpulan data…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mengelola, menganalisis, dan menyelesaikan…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Ketiga, mahasiswa mampu mengembangkan algoritma komputasi dan…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b5d2dc26e43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Mata kuliah ini memuat empat capaian pembelajaran mata kuliah utama.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9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merancang strategi pengumpulan data berbasis komputasi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mengelola, menganalisis, dan menyelesaikan masalah nyata dengan…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6769e1672e46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Orientasi, Simple Random, Stratified, Cluster Sampling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Monte Carlo, Bootstrap, Gradient Descent, UTS dan Integrasi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Pengembangan, EM Algorithm untuk, MCMC dan, Optimasi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Komputasi Bayesian, Gibbs Sampling dan, Pelaporan Ilmiah, UAS, Proyek…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ecc3826bda41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Komputasi &amp; Optimasi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a7ffb913642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8c239b384841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Orientasi, Simple Random, Stratified, Cluster Sampling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Orientasi Komputasi Statistik dan…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Simple Random Sampling dan…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Stratified Sampling dan Alokasi…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Orientasi Komputasi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Simple Random Sampling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Stratified Sampling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Cluster Sampling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Monte Carlo Simulation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720d5211340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Stratified, Cluster Sampling, Monte Carlo, Bootstrap, Gradient Descent, UTS dan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Stratified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stratified sampling…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15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Cluster Sampling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cluster sampling…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Monte Carlo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Monte Carlo simulation…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Bootstrap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bootstrap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003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Gradient Descent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gradient descent…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 dan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integrasi sampling…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n_h=n_hS_hΣ_k=1^HN_kS_k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…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93cf2782c244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θ̂_MC=(1)/(B)Σ_b=1^Bg(X_b)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Monte Carlo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Bootstrap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Gradient Descent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dan Integrasi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Pengembangan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5cd86055949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Validasi=,\ varians,\ MSE,\ stabilitas\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4432a916f04f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211245a4c49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215f8bce7647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Pengembangan, EM Algorithm untuk, MCMC dan, Optimasi, Komputasi Bayesian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MSE(θ̂)=Var(θ̂)+Bias(θ̂)^2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α(x,y)=\1,((y)q(x y))/((x)q(y x))\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p(θ y)=(p(yθ)p(θ))/(p(y))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Pengembangan Algoritma Statistik…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EM Algorithm untuk Missing Data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MCMC dan Metropolis-Hastings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Optimasi Non-linear dan Metaheuristik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Dasar Komputasi Bayesian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c0a8fb05843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fa310fc0f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EM Algorithm untuk Missing Data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MCMC dan Metropolis-Hastings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Optimasi Non-linear dan Metaheuristik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Dasar Komputasi Bayesian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Gibbs Sampling dan Model Hierarkis…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Pelaporan Ilmiah, Etika Publikasi, dan…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71927970c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c4d31114246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9cfee239d4e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MCMC dan Metropolis-Hastings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Optimasi Non-linear dan…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Dasar Komputasi Bayesian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Gibbs Sampling dan Model Hierarkis…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Pelaporan Ilmiah, Etika Publikasi…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UAS, Proyek Akhir, dan Portofolio…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d0666c09c4b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Orientasi Komputasi…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Simple Random Sampling…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Monte Carlo Simulation…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dan Integrasi Blok 1-2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EM Algorithm untuk…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Pelaporan Ilmiah, Etika…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f8489c0d742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Komputasi &amp; Optimasi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Mengapa…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baseline penting…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 risiko…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utama jika…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Bagaimana cara…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cara menjelaskan…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ngapa baseline…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ngapa baseline penting sebelum…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Mengapa…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baseline penting…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2b2af639144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1260bbe984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Komputasi &amp; Optimasi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Komputasi &amp; Optimasi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2026-06-22T07:45:01.7010000Z</dcterms:created>
  <dcterms:modified xsi:type="dcterms:W3CDTF">2026-06-22T07:45:01.7010000Z</dcterms:modified>
</coreProperties>
</file>