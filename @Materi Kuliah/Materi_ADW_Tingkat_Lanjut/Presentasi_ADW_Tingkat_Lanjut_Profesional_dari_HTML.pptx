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77afe0cf554dd1" /><Relationship Type="http://schemas.openxmlformats.org/officeDocument/2006/relationships/extended-properties" Target="/docProps/app.xml" Id="R102e0bca70944b86" /><Relationship Type="http://schemas.openxmlformats.org/officeDocument/2006/relationships/officeDocument" Target="/ppt/presentation.xml" Id="R3220007a010841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2ee33886eb49f2"/>
  </p:sldMasterIdLst>
  <p:notesMasterIdLst>
    <p:notesMasterId xmlns:r="http://schemas.openxmlformats.org/officeDocument/2006/relationships" r:id="Rc0501a06a5bc4aa5"/>
  </p:notesMasterIdLst>
  <p:sldIdLst>
    <p:sldId xmlns:r="http://schemas.openxmlformats.org/officeDocument/2006/relationships" id="256" r:id="R1ed28ae5e6aa45ee"/>
    <p:sldId xmlns:r="http://schemas.openxmlformats.org/officeDocument/2006/relationships" id="257" r:id="Ree135ea58b82435a"/>
    <p:sldId xmlns:r="http://schemas.openxmlformats.org/officeDocument/2006/relationships" id="258" r:id="Rf539dccc246d40d3"/>
    <p:sldId xmlns:r="http://schemas.openxmlformats.org/officeDocument/2006/relationships" id="259" r:id="R7a368ca65f534989"/>
    <p:sldId xmlns:r="http://schemas.openxmlformats.org/officeDocument/2006/relationships" id="260" r:id="Rbc485bdc01144947"/>
    <p:sldId xmlns:r="http://schemas.openxmlformats.org/officeDocument/2006/relationships" id="261" r:id="Raef4c6c1430e4026"/>
    <p:sldId xmlns:r="http://schemas.openxmlformats.org/officeDocument/2006/relationships" id="262" r:id="R97c6747d8aff4c76"/>
    <p:sldId xmlns:r="http://schemas.openxmlformats.org/officeDocument/2006/relationships" id="263" r:id="R447ae7328be449a6"/>
    <p:sldId xmlns:r="http://schemas.openxmlformats.org/officeDocument/2006/relationships" id="264" r:id="Rf8fc4edb2c6a4a9c"/>
    <p:sldId xmlns:r="http://schemas.openxmlformats.org/officeDocument/2006/relationships" id="265" r:id="R998fa2fd47ee470f"/>
    <p:sldId xmlns:r="http://schemas.openxmlformats.org/officeDocument/2006/relationships" id="266" r:id="R25e51730396c4fa0"/>
    <p:sldId xmlns:r="http://schemas.openxmlformats.org/officeDocument/2006/relationships" id="267" r:id="R7ccc8904873840d5"/>
    <p:sldId xmlns:r="http://schemas.openxmlformats.org/officeDocument/2006/relationships" id="268" r:id="Rec99d4553a06454e"/>
    <p:sldId xmlns:r="http://schemas.openxmlformats.org/officeDocument/2006/relationships" id="269" r:id="Recfef0f052c843be"/>
    <p:sldId xmlns:r="http://schemas.openxmlformats.org/officeDocument/2006/relationships" id="270" r:id="R0f840c75a11a488b"/>
    <p:sldId xmlns:r="http://schemas.openxmlformats.org/officeDocument/2006/relationships" id="271" r:id="Re664ec9c29bc4fa4"/>
    <p:sldId xmlns:r="http://schemas.openxmlformats.org/officeDocument/2006/relationships" id="272" r:id="R3cccd0c9eff84bfa"/>
    <p:sldId xmlns:r="http://schemas.openxmlformats.org/officeDocument/2006/relationships" id="273" r:id="R90b97b62e4b54f5f"/>
    <p:sldId xmlns:r="http://schemas.openxmlformats.org/officeDocument/2006/relationships" id="274" r:id="R7d0591479c9b4f35"/>
    <p:sldId xmlns:r="http://schemas.openxmlformats.org/officeDocument/2006/relationships" id="275" r:id="R685f074a819b443c"/>
    <p:sldId xmlns:r="http://schemas.openxmlformats.org/officeDocument/2006/relationships" id="276" r:id="Rcfaecb59ecaa45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85b6922e6b4f2c" /><Relationship Type="http://schemas.openxmlformats.org/officeDocument/2006/relationships/slideMaster" Target="/ppt/slideMasters/slideMaster1.xml" Id="R102ee33886eb49f2" /><Relationship Type="http://schemas.openxmlformats.org/officeDocument/2006/relationships/notesMaster" Target="/ppt/notesMasters/notesMaster1.xml" Id="Rc0501a06a5bc4aa5" /><Relationship Type="http://schemas.openxmlformats.org/officeDocument/2006/relationships/presProps" Target="/ppt/presProps.xml" Id="Re668cae11ef1482a" /><Relationship Type="http://schemas.openxmlformats.org/officeDocument/2006/relationships/tableStyles" Target="/ppt/tableStyles.xml" Id="R023fbb03ec1846b4" /><Relationship Type="http://schemas.openxmlformats.org/officeDocument/2006/relationships/slide" Target="/ppt/slides/slide1.xml" Id="R1ed28ae5e6aa45ee" /><Relationship Type="http://schemas.openxmlformats.org/officeDocument/2006/relationships/slide" Target="/ppt/slides/slide2.xml" Id="Ree135ea58b82435a" /><Relationship Type="http://schemas.openxmlformats.org/officeDocument/2006/relationships/slide" Target="/ppt/slides/slide3.xml" Id="Rf539dccc246d40d3" /><Relationship Type="http://schemas.openxmlformats.org/officeDocument/2006/relationships/slide" Target="/ppt/slides/slide4.xml" Id="R7a368ca65f534989" /><Relationship Type="http://schemas.openxmlformats.org/officeDocument/2006/relationships/slide" Target="/ppt/slides/slide5.xml" Id="Rbc485bdc01144947" /><Relationship Type="http://schemas.openxmlformats.org/officeDocument/2006/relationships/slide" Target="/ppt/slides/slide6.xml" Id="Raef4c6c1430e4026" /><Relationship Type="http://schemas.openxmlformats.org/officeDocument/2006/relationships/slide" Target="/ppt/slides/slide7.xml" Id="R97c6747d8aff4c76" /><Relationship Type="http://schemas.openxmlformats.org/officeDocument/2006/relationships/slide" Target="/ppt/slides/slide8.xml" Id="R447ae7328be449a6" /><Relationship Type="http://schemas.openxmlformats.org/officeDocument/2006/relationships/slide" Target="/ppt/slides/slide9.xml" Id="Rf8fc4edb2c6a4a9c" /><Relationship Type="http://schemas.openxmlformats.org/officeDocument/2006/relationships/slide" Target="/ppt/slides/slide10.xml" Id="R998fa2fd47ee470f" /><Relationship Type="http://schemas.openxmlformats.org/officeDocument/2006/relationships/slide" Target="/ppt/slides/slide11.xml" Id="R25e51730396c4fa0" /><Relationship Type="http://schemas.openxmlformats.org/officeDocument/2006/relationships/slide" Target="/ppt/slides/slide12.xml" Id="R7ccc8904873840d5" /><Relationship Type="http://schemas.openxmlformats.org/officeDocument/2006/relationships/slide" Target="/ppt/slides/slide13.xml" Id="Rec99d4553a06454e" /><Relationship Type="http://schemas.openxmlformats.org/officeDocument/2006/relationships/slide" Target="/ppt/slides/slide14.xml" Id="Recfef0f052c843be" /><Relationship Type="http://schemas.openxmlformats.org/officeDocument/2006/relationships/slide" Target="/ppt/slides/slide15.xml" Id="R0f840c75a11a488b" /><Relationship Type="http://schemas.openxmlformats.org/officeDocument/2006/relationships/slide" Target="/ppt/slides/slide16.xml" Id="Re664ec9c29bc4fa4" /><Relationship Type="http://schemas.openxmlformats.org/officeDocument/2006/relationships/slide" Target="/ppt/slides/slide17.xml" Id="R3cccd0c9eff84bfa" /><Relationship Type="http://schemas.openxmlformats.org/officeDocument/2006/relationships/slide" Target="/ppt/slides/slide18.xml" Id="R90b97b62e4b54f5f" /><Relationship Type="http://schemas.openxmlformats.org/officeDocument/2006/relationships/slide" Target="/ppt/slides/slide19.xml" Id="R7d0591479c9b4f35" /><Relationship Type="http://schemas.openxmlformats.org/officeDocument/2006/relationships/slide" Target="/ppt/slides/slide20.xml" Id="R685f074a819b443c" /><Relationship Type="http://schemas.openxmlformats.org/officeDocument/2006/relationships/slide" Target="/ppt/slides/slide21.xml" Id="Rcfaecb59ecaa45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207d6707854a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8bff75f5a54ade" /><Relationship Type="http://schemas.openxmlformats.org/officeDocument/2006/relationships/notesMaster" Target="/ppt/notesMasters/notesMaster1.xml" Id="R05320312b9fd4f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1814c6f8bd4edd" /><Relationship Type="http://schemas.openxmlformats.org/officeDocument/2006/relationships/notesMaster" Target="/ppt/notesMasters/notesMaster1.xml" Id="R0cb5d5b02c7f4c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841cb6ece6402f" /><Relationship Type="http://schemas.openxmlformats.org/officeDocument/2006/relationships/notesMaster" Target="/ppt/notesMasters/notesMaster1.xml" Id="R91590c3786cc42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4d8a94aed94d96" /><Relationship Type="http://schemas.openxmlformats.org/officeDocument/2006/relationships/notesMaster" Target="/ppt/notesMasters/notesMaster1.xml" Id="Re1ff97bb9f6d40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c81264becd4313" /><Relationship Type="http://schemas.openxmlformats.org/officeDocument/2006/relationships/notesMaster" Target="/ppt/notesMasters/notesMaster1.xml" Id="R7bd4247e11834b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2d26728b284027" /><Relationship Type="http://schemas.openxmlformats.org/officeDocument/2006/relationships/notesMaster" Target="/ppt/notesMasters/notesMaster1.xml" Id="R2255752d669f43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5b83302a314650" /><Relationship Type="http://schemas.openxmlformats.org/officeDocument/2006/relationships/notesMaster" Target="/ppt/notesMasters/notesMaster1.xml" Id="R603a9ec738f242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e55ac62806455d" /><Relationship Type="http://schemas.openxmlformats.org/officeDocument/2006/relationships/notesMaster" Target="/ppt/notesMasters/notesMaster1.xml" Id="Rd2fa70f1e33c43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80f50ac4474f13" /><Relationship Type="http://schemas.openxmlformats.org/officeDocument/2006/relationships/notesMaster" Target="/ppt/notesMasters/notesMaster1.xml" Id="R11f5d6d3796749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e71fbeeed14751" /><Relationship Type="http://schemas.openxmlformats.org/officeDocument/2006/relationships/notesMaster" Target="/ppt/notesMasters/notesMaster1.xml" Id="R97163a19e82e4b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7a479db064420e" /><Relationship Type="http://schemas.openxmlformats.org/officeDocument/2006/relationships/notesMaster" Target="/ppt/notesMasters/notesMaster1.xml" Id="Re7fcb9bb9d9040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799795a5204f76" /><Relationship Type="http://schemas.openxmlformats.org/officeDocument/2006/relationships/notesMaster" Target="/ppt/notesMasters/notesMaster1.xml" Id="R694c6006da4c44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a4ee62c1564efd" /><Relationship Type="http://schemas.openxmlformats.org/officeDocument/2006/relationships/notesMaster" Target="/ppt/notesMasters/notesMaster1.xml" Id="R6a1a589249204b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00fd3cd7ec48b9" /><Relationship Type="http://schemas.openxmlformats.org/officeDocument/2006/relationships/notesMaster" Target="/ppt/notesMasters/notesMaster1.xml" Id="R6fae86ab504944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560a45456b4510" /><Relationship Type="http://schemas.openxmlformats.org/officeDocument/2006/relationships/notesMaster" Target="/ppt/notesMasters/notesMaster1.xml" Id="R10fd1f45445042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ccbeb6771248ae" /><Relationship Type="http://schemas.openxmlformats.org/officeDocument/2006/relationships/notesMaster" Target="/ppt/notesMasters/notesMaster1.xml" Id="R99f748a2c9794d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9fa736bc2e4e15" /><Relationship Type="http://schemas.openxmlformats.org/officeDocument/2006/relationships/notesMaster" Target="/ppt/notesMasters/notesMaster1.xml" Id="Rb70d4388a9ee41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611e7379d747de" /><Relationship Type="http://schemas.openxmlformats.org/officeDocument/2006/relationships/notesMaster" Target="/ppt/notesMasters/notesMaster1.xml" Id="R0de66bc8936d4e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156de2960564419" /><Relationship Type="http://schemas.openxmlformats.org/officeDocument/2006/relationships/notesMaster" Target="/ppt/notesMasters/notesMaster1.xml" Id="Re05fdab9d6cc4f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d84fcd6840746b5" /><Relationship Type="http://schemas.openxmlformats.org/officeDocument/2006/relationships/notesMaster" Target="/ppt/notesMasters/notesMaster1.xml" Id="R4f8d3c01af3c4d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b2f4a244d704bff" /><Relationship Type="http://schemas.openxmlformats.org/officeDocument/2006/relationships/notesMaster" Target="/ppt/notesMasters/notesMaster1.xml" Id="R9e51e373951b4a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856a78ff745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0647ec0624491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969d55781d4ab4" /><Relationship Type="http://schemas.openxmlformats.org/officeDocument/2006/relationships/slideLayout" Target="/ppt/slideLayouts/slideLayout1.xml" Id="R85eed831c8024622" /><Relationship Type="http://schemas.openxmlformats.org/officeDocument/2006/relationships/slideLayout" Target="/ppt/slideLayouts/slideLayout2.xml" Id="Rda8816f6aa3e48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eed831c8024622"/>
    <p:sldLayoutId xmlns:r="http://schemas.openxmlformats.org/officeDocument/2006/relationships" id="2147483650" r:id="Rda8816f6aa3e488c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4687409e0e48f0" /><Relationship Type="http://schemas.openxmlformats.org/officeDocument/2006/relationships/image" Target="/ppt/media/image.png" Id="R87dfebbfb47c44a4" /><Relationship Type="http://schemas.openxmlformats.org/officeDocument/2006/relationships/image" Target="/ppt/media/image2.png" Id="R2eeb8708fb264310" /><Relationship Type="http://schemas.openxmlformats.org/officeDocument/2006/relationships/notesSlide" Target="/ppt/notesSlides/notesSlide1.xml" Id="Rd0ae5eae3b374f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f0e484a9c54407" /><Relationship Type="http://schemas.openxmlformats.org/officeDocument/2006/relationships/image" Target="/ppt/media/image2.png" Id="R788dec647685448e" /><Relationship Type="http://schemas.openxmlformats.org/officeDocument/2006/relationships/notesSlide" Target="/ppt/notesSlides/notesSlide2.xml" Id="R7059c9f5754546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6b71305e744dd2" /><Relationship Type="http://schemas.openxmlformats.org/officeDocument/2006/relationships/image" Target="/ppt/media/image2.png" Id="Re34d82d62a614ea1" /><Relationship Type="http://schemas.openxmlformats.org/officeDocument/2006/relationships/notesSlide" Target="/ppt/notesSlides/notesSlide3.xml" Id="R0ea266763d744e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a4ab0bbad641e8" /><Relationship Type="http://schemas.openxmlformats.org/officeDocument/2006/relationships/image" Target="/ppt/media/image2.png" Id="R576a672ad4204f8a" /><Relationship Type="http://schemas.openxmlformats.org/officeDocument/2006/relationships/notesSlide" Target="/ppt/notesSlides/notesSlide4.xml" Id="Rac67b4ad2b0d4d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98a66408b64a7b" /><Relationship Type="http://schemas.openxmlformats.org/officeDocument/2006/relationships/image" Target="/ppt/media/image2.png" Id="R0fc170a922cc4528" /><Relationship Type="http://schemas.openxmlformats.org/officeDocument/2006/relationships/notesSlide" Target="/ppt/notesSlides/notesSlide5.xml" Id="R31a356092cfc40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ec027a63cf40b6" /><Relationship Type="http://schemas.openxmlformats.org/officeDocument/2006/relationships/image" Target="/ppt/media/image2.png" Id="R0dbf0c4bb1a943a5" /><Relationship Type="http://schemas.openxmlformats.org/officeDocument/2006/relationships/notesSlide" Target="/ppt/notesSlides/notesSlide6.xml" Id="Ra3504145fd0546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6f82863ec24ba8" /><Relationship Type="http://schemas.openxmlformats.org/officeDocument/2006/relationships/image" Target="/ppt/media/image2.png" Id="R76c0b805183f4c01" /><Relationship Type="http://schemas.openxmlformats.org/officeDocument/2006/relationships/notesSlide" Target="/ppt/notesSlides/notesSlide7.xml" Id="Rae1849e34dbf43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ddbab330f447b8" /><Relationship Type="http://schemas.openxmlformats.org/officeDocument/2006/relationships/image" Target="/ppt/media/image2.png" Id="Re94fdc6d10174065" /><Relationship Type="http://schemas.openxmlformats.org/officeDocument/2006/relationships/notesSlide" Target="/ppt/notesSlides/notesSlide8.xml" Id="Red6429fafca54b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f51cc0da004850" /><Relationship Type="http://schemas.openxmlformats.org/officeDocument/2006/relationships/image" Target="/ppt/media/image2.png" Id="R44bbc16a0f2048ef" /><Relationship Type="http://schemas.openxmlformats.org/officeDocument/2006/relationships/notesSlide" Target="/ppt/notesSlides/notesSlide9.xml" Id="Rd932cee725e141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e98dbd1fc4b0f" /><Relationship Type="http://schemas.openxmlformats.org/officeDocument/2006/relationships/image" Target="/ppt/media/image2.png" Id="R3ec7b8e456044a35" /><Relationship Type="http://schemas.openxmlformats.org/officeDocument/2006/relationships/notesSlide" Target="/ppt/notesSlides/notesSlide10.xml" Id="Rd6fc5562ab1b46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eac5264b274bc0" /><Relationship Type="http://schemas.openxmlformats.org/officeDocument/2006/relationships/image" Target="/ppt/media/image2.png" Id="R3772b1d588ea40d3" /><Relationship Type="http://schemas.openxmlformats.org/officeDocument/2006/relationships/notesSlide" Target="/ppt/notesSlides/notesSlide11.xml" Id="R540754f762d142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6cfb3c74fe4be7" /><Relationship Type="http://schemas.openxmlformats.org/officeDocument/2006/relationships/image" Target="/ppt/media/image2.png" Id="R81f0cd9306bd4fce" /><Relationship Type="http://schemas.openxmlformats.org/officeDocument/2006/relationships/notesSlide" Target="/ppt/notesSlides/notesSlide12.xml" Id="R15048c17817d47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189747598c4e86" /><Relationship Type="http://schemas.openxmlformats.org/officeDocument/2006/relationships/image" Target="/ppt/media/image2.png" Id="Rd8061309e8594abf" /><Relationship Type="http://schemas.openxmlformats.org/officeDocument/2006/relationships/notesSlide" Target="/ppt/notesSlides/notesSlide13.xml" Id="R1a72d7ef499643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686af5e0fb43f0" /><Relationship Type="http://schemas.openxmlformats.org/officeDocument/2006/relationships/image" Target="/ppt/media/image2.png" Id="Rb1b4e382fda54b17" /><Relationship Type="http://schemas.openxmlformats.org/officeDocument/2006/relationships/notesSlide" Target="/ppt/notesSlides/notesSlide14.xml" Id="R99ddc16b9e8e49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a442f3314d43c0" /><Relationship Type="http://schemas.openxmlformats.org/officeDocument/2006/relationships/image" Target="/ppt/media/image2.png" Id="R4f9f7924d1a0481e" /><Relationship Type="http://schemas.openxmlformats.org/officeDocument/2006/relationships/notesSlide" Target="/ppt/notesSlides/notesSlide15.xml" Id="R3c478b3dcb094c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aa4ba44610451a" /><Relationship Type="http://schemas.openxmlformats.org/officeDocument/2006/relationships/image" Target="/ppt/media/image2.png" Id="Rce70a15fca2c4a15" /><Relationship Type="http://schemas.openxmlformats.org/officeDocument/2006/relationships/notesSlide" Target="/ppt/notesSlides/notesSlide16.xml" Id="Rbe51b724931f413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947b069ef749fe" /><Relationship Type="http://schemas.openxmlformats.org/officeDocument/2006/relationships/image" Target="/ppt/media/image2.png" Id="R2c70a02349dc4c42" /><Relationship Type="http://schemas.openxmlformats.org/officeDocument/2006/relationships/notesSlide" Target="/ppt/notesSlides/notesSlide17.xml" Id="R633fa6a2e02a43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1eccac12494994" /><Relationship Type="http://schemas.openxmlformats.org/officeDocument/2006/relationships/image" Target="/ppt/media/image2.png" Id="R8acf6c04efd44f5d" /><Relationship Type="http://schemas.openxmlformats.org/officeDocument/2006/relationships/notesSlide" Target="/ppt/notesSlides/notesSlide18.xml" Id="Raf001378fb4c4d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fe2e80597e41bd" /><Relationship Type="http://schemas.openxmlformats.org/officeDocument/2006/relationships/image" Target="/ppt/media/image2.png" Id="R77e44f38d23f4de4" /><Relationship Type="http://schemas.openxmlformats.org/officeDocument/2006/relationships/notesSlide" Target="/ppt/notesSlides/notesSlide19.xml" Id="R14e0e87963ee4c4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776ed85bfc48a3" /><Relationship Type="http://schemas.openxmlformats.org/officeDocument/2006/relationships/image" Target="/ppt/media/image2.png" Id="Rb4c22f59e5ff4f4c" /><Relationship Type="http://schemas.openxmlformats.org/officeDocument/2006/relationships/notesSlide" Target="/ppt/notesSlides/notesSlide20.xml" Id="Re2f4b0bbc0d24e8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1e228643fa4efb" /><Relationship Type="http://schemas.openxmlformats.org/officeDocument/2006/relationships/image" Target="/ppt/media/image.png" Id="R6400bfa3bd854e1b" /><Relationship Type="http://schemas.openxmlformats.org/officeDocument/2006/relationships/image" Target="/ppt/media/image2.png" Id="R713115e7168a4ac1" /><Relationship Type="http://schemas.openxmlformats.org/officeDocument/2006/relationships/notesSlide" Target="/ppt/notesSlides/notesSlide21.xml" Id="R8dd2f6dbf3c849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febbfb47c44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b8708fb264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Analisis Deret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Waktu Tingkat Lanjut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Gumgum Darmawan,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Deret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Waktu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dec64768544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Analisis Deret Waktu Lanjut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635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Materi ini disusun sebagai e-book pembelajaran untuk mata kuliah Analisis Deret Waktu Tingkat Lanjut pada Program Studi S2 Statistika Terapan FMIPA Universitas Padjadjaran 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analisis deret waktu tingkat lanjut dan data…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singular spectrum analysis pada data dan persoalan…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Sosial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Ekonomi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Pemerintahan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d82d62a614e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analisis deret waktu tingkat lanjut dan data deret waktu tingkat secara…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singular spectrum analysis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a672ad420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Deret Waktu, Stasioneritas, Dekomposisi Tren, Long Memory dan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ARIMA, ARFIMA untuk Deret, Singular Spectrum, Desain Pengumpulan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Berbasis, Random Forest, XGBoost dan, Neural Network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Vector, Transfer Function, Generalized, Presentasi Proyek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170a922cc45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Analisis Deret Waktu Lanjut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f0c4bb1a943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0b805183f4c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 Deret Waktu, Stasioneritas, Dekomposisi Tren, Long Memory dan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Pengantar Data Deret Waktu Tingkat…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Stasioneritas, Transformasi, dan…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Dekomposisi Tren, Musiman, Siklus…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Deret Waktu Tingkat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Stasioneritas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Dekomposisi Tren, Musiman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Long Memory dan Fractional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ARIMA: Identifikasi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fdc6d1017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Dekomposisi Tren, Long Memory dan, ARIMA, ARFIMA untuk Deret, Singular Spectrum, Desain…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Dekomposisi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Dekomposisi membantu memecah deret waktu…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712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Long Memory dan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Long memory terjadi ketika korelasi…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ARIMA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ARIMA adalah kerangka klasik yang sangat…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ARFIMA untuk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55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ARFIMA memperluas ARIMA dengan mengizinkan…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Singular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SSA adalah pendekatan nonparametrik yang…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Desain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SubCPMK3 C6 Creating / C5 Evaluating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Long Memory dan Fractional Dependence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Singular Spectrum Analysis dan Analisis Spektral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bc16a0f2048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ARFIMA untuk Deret Waktu Long Memory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ARIMA: Identifikasi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ARIMA adalah…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ARFIMA untuk Deret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ARFIMA memperluas…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Singular Spectrum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SSA adalah…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Desain Pengumpulan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SubCPMK3 C6…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UTS Berbasis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Integrasi…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7b8e456044a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Data → model → validasi → interpretasi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2b1d588ea40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0cd9306bd4f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61309e8594a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UTS Berbasis, Random Forest, XGBoost dan, Neural Network, Vector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UTS Berbasis Analisis Kasus Deret Waktu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XGBoost dan Gradient Boosting untuk Deret Waktu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Vector Autoregressive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UTS Berbasis Analisis Kasus Deret Waktu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Random Forest untuk Peramalan Deret…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XGBoost dan Gradient Boosting untuk…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Neural Network, MLP, dan LSTM untuk…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Vector Autoregressive Model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4e382fda54b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f7924d1a048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Random Forest untuk Peramalan Deret…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XGBoost dan Gradient Boosting untuk…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Neural Network, MLP, dan LSTM untuk…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Vector Autoregressive Model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Transfer Function dan Dynamic…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Generalized Space-Time Autoregressive…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0a15fca2c4a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0a02349dc4c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f6c04efd44f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XGBoost dan Gradient Boosting…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Neural Network, MLP, dan LSTM…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Vector Autoregressive Model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Transfer Function dan Dynamic…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Generalized Space-Time…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Presentasi Proyek, Laporan Ilmiah…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44f38d23f4d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Pengantar Data Deret…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Stasioneritas…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Model ARIMA: Identifikasi…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Desain Pengumpulan Data…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Random Forest untuk…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Generalized Space-Time…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22f59e5ff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Deret Waktu Lanjut | Sumber…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Pola temporal…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Pola temporal apa yang paling…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Apakah metode…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metode dalam pertemuan…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Bagaimana cara…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cara Anda…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Apa risiko…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interpretasi yang…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 Anda…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Anda menjelaskan…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0bfa3bd854e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115e7168a4a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Analisis Deret Waktu Lanjut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ADW Tingkat Lanjut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2026-07-26T23:34:06.9820000Z</dcterms:created>
  <dcterms:modified xsi:type="dcterms:W3CDTF">2026-07-26T23:34:06.9820000Z</dcterms:modified>
</coreProperties>
</file>