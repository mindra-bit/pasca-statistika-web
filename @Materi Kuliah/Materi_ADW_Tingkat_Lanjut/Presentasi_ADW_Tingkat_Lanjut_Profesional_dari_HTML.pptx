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61a67a65564a9f" /><Relationship Type="http://schemas.openxmlformats.org/officeDocument/2006/relationships/extended-properties" Target="/docProps/app.xml" Id="R3de78268b875425e" /><Relationship Type="http://schemas.openxmlformats.org/officeDocument/2006/relationships/officeDocument" Target="/ppt/presentation.xml" Id="Rebad05256e624f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1a5443a7b24f80"/>
  </p:sldMasterIdLst>
  <p:notesMasterIdLst>
    <p:notesMasterId xmlns:r="http://schemas.openxmlformats.org/officeDocument/2006/relationships" r:id="R346b9b6eb79d4613"/>
  </p:notesMasterIdLst>
  <p:sldIdLst>
    <p:sldId xmlns:r="http://schemas.openxmlformats.org/officeDocument/2006/relationships" id="256" r:id="R4989c1cf9d9e4c3e"/>
    <p:sldId xmlns:r="http://schemas.openxmlformats.org/officeDocument/2006/relationships" id="257" r:id="R8ef87c48eec84e39"/>
    <p:sldId xmlns:r="http://schemas.openxmlformats.org/officeDocument/2006/relationships" id="258" r:id="Ra8b08ffcdad94ba8"/>
    <p:sldId xmlns:r="http://schemas.openxmlformats.org/officeDocument/2006/relationships" id="259" r:id="Rea1a89ea34bb4dd6"/>
    <p:sldId xmlns:r="http://schemas.openxmlformats.org/officeDocument/2006/relationships" id="260" r:id="R796faab81be048e1"/>
    <p:sldId xmlns:r="http://schemas.openxmlformats.org/officeDocument/2006/relationships" id="261" r:id="R249bdf2f028c432d"/>
    <p:sldId xmlns:r="http://schemas.openxmlformats.org/officeDocument/2006/relationships" id="262" r:id="Raace0149d4c247f1"/>
    <p:sldId xmlns:r="http://schemas.openxmlformats.org/officeDocument/2006/relationships" id="263" r:id="R628dc2a332aa4f28"/>
    <p:sldId xmlns:r="http://schemas.openxmlformats.org/officeDocument/2006/relationships" id="264" r:id="Rbda837dfbbf04f89"/>
    <p:sldId xmlns:r="http://schemas.openxmlformats.org/officeDocument/2006/relationships" id="265" r:id="R6e8dca802dbb452c"/>
    <p:sldId xmlns:r="http://schemas.openxmlformats.org/officeDocument/2006/relationships" id="266" r:id="R876d216f2d964496"/>
    <p:sldId xmlns:r="http://schemas.openxmlformats.org/officeDocument/2006/relationships" id="267" r:id="R29d9dc53b4474b19"/>
    <p:sldId xmlns:r="http://schemas.openxmlformats.org/officeDocument/2006/relationships" id="268" r:id="Rf11ab8cfe42c44da"/>
    <p:sldId xmlns:r="http://schemas.openxmlformats.org/officeDocument/2006/relationships" id="269" r:id="R47805a23a54e4ec5"/>
    <p:sldId xmlns:r="http://schemas.openxmlformats.org/officeDocument/2006/relationships" id="270" r:id="R0a36174b42464c6d"/>
    <p:sldId xmlns:r="http://schemas.openxmlformats.org/officeDocument/2006/relationships" id="271" r:id="R9464ba7496fd457b"/>
    <p:sldId xmlns:r="http://schemas.openxmlformats.org/officeDocument/2006/relationships" id="272" r:id="R57b25115ca6243ad"/>
    <p:sldId xmlns:r="http://schemas.openxmlformats.org/officeDocument/2006/relationships" id="273" r:id="R4027bbe9a36d4198"/>
    <p:sldId xmlns:r="http://schemas.openxmlformats.org/officeDocument/2006/relationships" id="274" r:id="Rc7efc229af214fb5"/>
    <p:sldId xmlns:r="http://schemas.openxmlformats.org/officeDocument/2006/relationships" id="275" r:id="Redf1410de64c43fa"/>
    <p:sldId xmlns:r="http://schemas.openxmlformats.org/officeDocument/2006/relationships" id="276" r:id="R1084858efa77465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2685b317b242a2" /><Relationship Type="http://schemas.openxmlformats.org/officeDocument/2006/relationships/slideMaster" Target="/ppt/slideMasters/slideMaster1.xml" Id="R511a5443a7b24f80" /><Relationship Type="http://schemas.openxmlformats.org/officeDocument/2006/relationships/notesMaster" Target="/ppt/notesMasters/notesMaster1.xml" Id="R346b9b6eb79d4613" /><Relationship Type="http://schemas.openxmlformats.org/officeDocument/2006/relationships/presProps" Target="/ppt/presProps.xml" Id="Rdfb2c49f957746d9" /><Relationship Type="http://schemas.openxmlformats.org/officeDocument/2006/relationships/tableStyles" Target="/ppt/tableStyles.xml" Id="R55c54bb59e2e46ec" /><Relationship Type="http://schemas.openxmlformats.org/officeDocument/2006/relationships/slide" Target="/ppt/slides/slide1.xml" Id="R4989c1cf9d9e4c3e" /><Relationship Type="http://schemas.openxmlformats.org/officeDocument/2006/relationships/slide" Target="/ppt/slides/slide2.xml" Id="R8ef87c48eec84e39" /><Relationship Type="http://schemas.openxmlformats.org/officeDocument/2006/relationships/slide" Target="/ppt/slides/slide3.xml" Id="Ra8b08ffcdad94ba8" /><Relationship Type="http://schemas.openxmlformats.org/officeDocument/2006/relationships/slide" Target="/ppt/slides/slide4.xml" Id="Rea1a89ea34bb4dd6" /><Relationship Type="http://schemas.openxmlformats.org/officeDocument/2006/relationships/slide" Target="/ppt/slides/slide5.xml" Id="R796faab81be048e1" /><Relationship Type="http://schemas.openxmlformats.org/officeDocument/2006/relationships/slide" Target="/ppt/slides/slide6.xml" Id="R249bdf2f028c432d" /><Relationship Type="http://schemas.openxmlformats.org/officeDocument/2006/relationships/slide" Target="/ppt/slides/slide7.xml" Id="Raace0149d4c247f1" /><Relationship Type="http://schemas.openxmlformats.org/officeDocument/2006/relationships/slide" Target="/ppt/slides/slide8.xml" Id="R628dc2a332aa4f28" /><Relationship Type="http://schemas.openxmlformats.org/officeDocument/2006/relationships/slide" Target="/ppt/slides/slide9.xml" Id="Rbda837dfbbf04f89" /><Relationship Type="http://schemas.openxmlformats.org/officeDocument/2006/relationships/slide" Target="/ppt/slides/slide10.xml" Id="R6e8dca802dbb452c" /><Relationship Type="http://schemas.openxmlformats.org/officeDocument/2006/relationships/slide" Target="/ppt/slides/slide11.xml" Id="R876d216f2d964496" /><Relationship Type="http://schemas.openxmlformats.org/officeDocument/2006/relationships/slide" Target="/ppt/slides/slide12.xml" Id="R29d9dc53b4474b19" /><Relationship Type="http://schemas.openxmlformats.org/officeDocument/2006/relationships/slide" Target="/ppt/slides/slide13.xml" Id="Rf11ab8cfe42c44da" /><Relationship Type="http://schemas.openxmlformats.org/officeDocument/2006/relationships/slide" Target="/ppt/slides/slide14.xml" Id="R47805a23a54e4ec5" /><Relationship Type="http://schemas.openxmlformats.org/officeDocument/2006/relationships/slide" Target="/ppt/slides/slide15.xml" Id="R0a36174b42464c6d" /><Relationship Type="http://schemas.openxmlformats.org/officeDocument/2006/relationships/slide" Target="/ppt/slides/slide16.xml" Id="R9464ba7496fd457b" /><Relationship Type="http://schemas.openxmlformats.org/officeDocument/2006/relationships/slide" Target="/ppt/slides/slide17.xml" Id="R57b25115ca6243ad" /><Relationship Type="http://schemas.openxmlformats.org/officeDocument/2006/relationships/slide" Target="/ppt/slides/slide18.xml" Id="R4027bbe9a36d4198" /><Relationship Type="http://schemas.openxmlformats.org/officeDocument/2006/relationships/slide" Target="/ppt/slides/slide19.xml" Id="Rc7efc229af214fb5" /><Relationship Type="http://schemas.openxmlformats.org/officeDocument/2006/relationships/slide" Target="/ppt/slides/slide20.xml" Id="Redf1410de64c43fa" /><Relationship Type="http://schemas.openxmlformats.org/officeDocument/2006/relationships/slide" Target="/ppt/slides/slide21.xml" Id="R1084858efa7746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7c2718b97241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7c616e6a534e5d" /><Relationship Type="http://schemas.openxmlformats.org/officeDocument/2006/relationships/notesMaster" Target="/ppt/notesMasters/notesMaster1.xml" Id="R3277f15d09d04d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733e9364fa400c" /><Relationship Type="http://schemas.openxmlformats.org/officeDocument/2006/relationships/notesMaster" Target="/ppt/notesMasters/notesMaster1.xml" Id="R7e70c189a883408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24d06025b9429f" /><Relationship Type="http://schemas.openxmlformats.org/officeDocument/2006/relationships/notesMaster" Target="/ppt/notesMasters/notesMaster1.xml" Id="R1575d2c38ffa42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ade82136bf4039" /><Relationship Type="http://schemas.openxmlformats.org/officeDocument/2006/relationships/notesMaster" Target="/ppt/notesMasters/notesMaster1.xml" Id="R51bbefcf0def4f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25d655f8e440bf" /><Relationship Type="http://schemas.openxmlformats.org/officeDocument/2006/relationships/notesMaster" Target="/ppt/notesMasters/notesMaster1.xml" Id="R455dab7890ef4fd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aa15b264174d48" /><Relationship Type="http://schemas.openxmlformats.org/officeDocument/2006/relationships/notesMaster" Target="/ppt/notesMasters/notesMaster1.xml" Id="Rd6b64a94ef7043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2b71783dd94007" /><Relationship Type="http://schemas.openxmlformats.org/officeDocument/2006/relationships/notesMaster" Target="/ppt/notesMasters/notesMaster1.xml" Id="R849a7e1d74854f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735242abc34385" /><Relationship Type="http://schemas.openxmlformats.org/officeDocument/2006/relationships/notesMaster" Target="/ppt/notesMasters/notesMaster1.xml" Id="Rc6144e904a164bb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26b12bbbf34100" /><Relationship Type="http://schemas.openxmlformats.org/officeDocument/2006/relationships/notesMaster" Target="/ppt/notesMasters/notesMaster1.xml" Id="Rd9530e4d51e044a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33dba3933254102" /><Relationship Type="http://schemas.openxmlformats.org/officeDocument/2006/relationships/notesMaster" Target="/ppt/notesMasters/notesMaster1.xml" Id="R3525e611247a49e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4cc3655b8f48e8" /><Relationship Type="http://schemas.openxmlformats.org/officeDocument/2006/relationships/notesMaster" Target="/ppt/notesMasters/notesMaster1.xml" Id="R35624bb0a9b043e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dd0350042d846ee" /><Relationship Type="http://schemas.openxmlformats.org/officeDocument/2006/relationships/notesMaster" Target="/ppt/notesMasters/notesMaster1.xml" Id="Rd4f7bcfe25734d1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c400f2bec74076" /><Relationship Type="http://schemas.openxmlformats.org/officeDocument/2006/relationships/notesMaster" Target="/ppt/notesMasters/notesMaster1.xml" Id="R2f81d020faea425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2fc3650b8ae4096" /><Relationship Type="http://schemas.openxmlformats.org/officeDocument/2006/relationships/notesMaster" Target="/ppt/notesMasters/notesMaster1.xml" Id="R4ca4a8d8a66241f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c7c34bb44e64d1c" /><Relationship Type="http://schemas.openxmlformats.org/officeDocument/2006/relationships/notesMaster" Target="/ppt/notesMasters/notesMaster1.xml" Id="Rb980fb816b604c5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049764b2b534627" /><Relationship Type="http://schemas.openxmlformats.org/officeDocument/2006/relationships/notesMaster" Target="/ppt/notesMasters/notesMaster1.xml" Id="R2e2cc5e975084fb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63e1e676e214045" /><Relationship Type="http://schemas.openxmlformats.org/officeDocument/2006/relationships/notesMaster" Target="/ppt/notesMasters/notesMaster1.xml" Id="R0e0867951313452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1c143bd98764f10" /><Relationship Type="http://schemas.openxmlformats.org/officeDocument/2006/relationships/notesMaster" Target="/ppt/notesMasters/notesMaster1.xml" Id="Re2d1f337785e47b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b8a83aa0a7e4688" /><Relationship Type="http://schemas.openxmlformats.org/officeDocument/2006/relationships/notesMaster" Target="/ppt/notesMasters/notesMaster1.xml" Id="R3cb9be68b5ba428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8c645804e434bb0" /><Relationship Type="http://schemas.openxmlformats.org/officeDocument/2006/relationships/notesMaster" Target="/ppt/notesMasters/notesMaster1.xml" Id="R5fe1c5c98bfe445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2975fee8fe14f69" /><Relationship Type="http://schemas.openxmlformats.org/officeDocument/2006/relationships/notesMaster" Target="/ppt/notesMasters/notesMaster1.xml" Id="Rab74ea321b5c4c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f5e4b4633d453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ef4b90dd144ed8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4ecbd2ac06426d" /><Relationship Type="http://schemas.openxmlformats.org/officeDocument/2006/relationships/slideLayout" Target="/ppt/slideLayouts/slideLayout1.xml" Id="Rc60ba9fe83d24abb" /><Relationship Type="http://schemas.openxmlformats.org/officeDocument/2006/relationships/slideLayout" Target="/ppt/slideLayouts/slideLayout2.xml" Id="Rce70ac7a341e4ce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0ba9fe83d24abb"/>
    <p:sldLayoutId xmlns:r="http://schemas.openxmlformats.org/officeDocument/2006/relationships" id="2147483650" r:id="Rce70ac7a341e4cec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c99743d0204475" /><Relationship Type="http://schemas.openxmlformats.org/officeDocument/2006/relationships/image" Target="/ppt/media/image.png" Id="R97666b554f0d46bb" /><Relationship Type="http://schemas.openxmlformats.org/officeDocument/2006/relationships/image" Target="/ppt/media/image2.png" Id="R9e5d8a223831469b" /><Relationship Type="http://schemas.openxmlformats.org/officeDocument/2006/relationships/notesSlide" Target="/ppt/notesSlides/notesSlide1.xml" Id="R119ed9e273014d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0e9b3a34914c26" /><Relationship Type="http://schemas.openxmlformats.org/officeDocument/2006/relationships/image" Target="/ppt/media/image2.png" Id="R1244b29bccc942de" /><Relationship Type="http://schemas.openxmlformats.org/officeDocument/2006/relationships/notesSlide" Target="/ppt/notesSlides/notesSlide2.xml" Id="Rb4dcf79dc6f942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3a1b6ff8f94cf3" /><Relationship Type="http://schemas.openxmlformats.org/officeDocument/2006/relationships/image" Target="/ppt/media/image2.png" Id="R446d8d2f771848e1" /><Relationship Type="http://schemas.openxmlformats.org/officeDocument/2006/relationships/notesSlide" Target="/ppt/notesSlides/notesSlide3.xml" Id="Ra011bbd1c3da48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f13bb207d54a8a" /><Relationship Type="http://schemas.openxmlformats.org/officeDocument/2006/relationships/image" Target="/ppt/media/image2.png" Id="Re3524a3c41fc4d59" /><Relationship Type="http://schemas.openxmlformats.org/officeDocument/2006/relationships/notesSlide" Target="/ppt/notesSlides/notesSlide4.xml" Id="Rb31395b9b0774c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16b625f2f44896" /><Relationship Type="http://schemas.openxmlformats.org/officeDocument/2006/relationships/image" Target="/ppt/media/image2.png" Id="R09149a5c975e439b" /><Relationship Type="http://schemas.openxmlformats.org/officeDocument/2006/relationships/notesSlide" Target="/ppt/notesSlides/notesSlide5.xml" Id="R87807ef1286e48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86307e823143ec" /><Relationship Type="http://schemas.openxmlformats.org/officeDocument/2006/relationships/image" Target="/ppt/media/image2.png" Id="R2834ebd65cbe4350" /><Relationship Type="http://schemas.openxmlformats.org/officeDocument/2006/relationships/notesSlide" Target="/ppt/notesSlides/notesSlide6.xml" Id="Rf607124a4c8f48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32e886c43d4b3e" /><Relationship Type="http://schemas.openxmlformats.org/officeDocument/2006/relationships/image" Target="/ppt/media/image2.png" Id="Rfd7a17d4f4ee435b" /><Relationship Type="http://schemas.openxmlformats.org/officeDocument/2006/relationships/notesSlide" Target="/ppt/notesSlides/notesSlide7.xml" Id="Ra9ea2006b7b548e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0098420bda474c" /><Relationship Type="http://schemas.openxmlformats.org/officeDocument/2006/relationships/image" Target="/ppt/media/image2.png" Id="R403f6a44627c4bce" /><Relationship Type="http://schemas.openxmlformats.org/officeDocument/2006/relationships/notesSlide" Target="/ppt/notesSlides/notesSlide8.xml" Id="Ra8ed51bc431441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24e478acde4643" /><Relationship Type="http://schemas.openxmlformats.org/officeDocument/2006/relationships/image" Target="/ppt/media/image2.png" Id="R50e78420a35f4072" /><Relationship Type="http://schemas.openxmlformats.org/officeDocument/2006/relationships/notesSlide" Target="/ppt/notesSlides/notesSlide9.xml" Id="Rcc5eb52d28384c5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1f36f931f04b6a" /><Relationship Type="http://schemas.openxmlformats.org/officeDocument/2006/relationships/image" Target="/ppt/media/image2.png" Id="R2ca7b09947304955" /><Relationship Type="http://schemas.openxmlformats.org/officeDocument/2006/relationships/notesSlide" Target="/ppt/notesSlides/notesSlide10.xml" Id="Reb71924c82c0461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94886196914762" /><Relationship Type="http://schemas.openxmlformats.org/officeDocument/2006/relationships/image" Target="/ppt/media/image2.png" Id="Rc0203660facb4887" /><Relationship Type="http://schemas.openxmlformats.org/officeDocument/2006/relationships/notesSlide" Target="/ppt/notesSlides/notesSlide11.xml" Id="R0acbcc16e3da4f5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64fd7d3fa847b5" /><Relationship Type="http://schemas.openxmlformats.org/officeDocument/2006/relationships/image" Target="/ppt/media/image2.png" Id="R9423f9d254b640e0" /><Relationship Type="http://schemas.openxmlformats.org/officeDocument/2006/relationships/notesSlide" Target="/ppt/notesSlides/notesSlide12.xml" Id="Re276bd52a052483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f4ad141a1f4638" /><Relationship Type="http://schemas.openxmlformats.org/officeDocument/2006/relationships/image" Target="/ppt/media/image2.png" Id="R1e20825391a74b97" /><Relationship Type="http://schemas.openxmlformats.org/officeDocument/2006/relationships/notesSlide" Target="/ppt/notesSlides/notesSlide13.xml" Id="R86e6ae30d490401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6defeb184d4afa" /><Relationship Type="http://schemas.openxmlformats.org/officeDocument/2006/relationships/image" Target="/ppt/media/image2.png" Id="R03a9a953590148f2" /><Relationship Type="http://schemas.openxmlformats.org/officeDocument/2006/relationships/notesSlide" Target="/ppt/notesSlides/notesSlide14.xml" Id="Rd581c23ede2b480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794675b5444b18" /><Relationship Type="http://schemas.openxmlformats.org/officeDocument/2006/relationships/image" Target="/ppt/media/image2.png" Id="Rcaa121b792534513" /><Relationship Type="http://schemas.openxmlformats.org/officeDocument/2006/relationships/notesSlide" Target="/ppt/notesSlides/notesSlide15.xml" Id="Re3eaf295de73478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e2bcc4fb8a4ad6" /><Relationship Type="http://schemas.openxmlformats.org/officeDocument/2006/relationships/image" Target="/ppt/media/image2.png" Id="R29328bfc276f42ef" /><Relationship Type="http://schemas.openxmlformats.org/officeDocument/2006/relationships/notesSlide" Target="/ppt/notesSlides/notesSlide16.xml" Id="R7c8ea8b81f3c403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fdcca708434966" /><Relationship Type="http://schemas.openxmlformats.org/officeDocument/2006/relationships/image" Target="/ppt/media/image2.png" Id="Rdde8bc6370e24575" /><Relationship Type="http://schemas.openxmlformats.org/officeDocument/2006/relationships/notesSlide" Target="/ppt/notesSlides/notesSlide17.xml" Id="Rbb22464e9a53403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c79f85d8e74a7c" /><Relationship Type="http://schemas.openxmlformats.org/officeDocument/2006/relationships/image" Target="/ppt/media/image2.png" Id="R31e14345c2cb4d9c" /><Relationship Type="http://schemas.openxmlformats.org/officeDocument/2006/relationships/notesSlide" Target="/ppt/notesSlides/notesSlide18.xml" Id="R53b27e06a2c3439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075003cb6d488b" /><Relationship Type="http://schemas.openxmlformats.org/officeDocument/2006/relationships/image" Target="/ppt/media/image2.png" Id="Rfc558657255c46f3" /><Relationship Type="http://schemas.openxmlformats.org/officeDocument/2006/relationships/notesSlide" Target="/ppt/notesSlides/notesSlide19.xml" Id="R207e1cd7dbb74cd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15f9e8a07b4cf2" /><Relationship Type="http://schemas.openxmlformats.org/officeDocument/2006/relationships/image" Target="/ppt/media/image2.png" Id="R9412c07b6fbb488c" /><Relationship Type="http://schemas.openxmlformats.org/officeDocument/2006/relationships/notesSlide" Target="/ppt/notesSlides/notesSlide20.xml" Id="Rca29a4f0f7514e0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d288e715b6475c" /><Relationship Type="http://schemas.openxmlformats.org/officeDocument/2006/relationships/image" Target="/ppt/media/image.png" Id="Rf55adc2e170848f7" /><Relationship Type="http://schemas.openxmlformats.org/officeDocument/2006/relationships/image" Target="/ppt/media/image2.png" Id="Rf7731540061b4d06" /><Relationship Type="http://schemas.openxmlformats.org/officeDocument/2006/relationships/notesSlide" Target="/ppt/notesSlides/notesSlide21.xml" Id="Rc19a4a65841b47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66b554f0d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5d8a22383146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2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Analisis Deret</a:t>
            </a:r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Waktu Tingkat Lanjut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Gumgum Darmawan,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Deret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Waktu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44b29bccc942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Analisis Deret Waktu Lanjut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63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Materi ini disusun sebagai e-book pembelajaran untuk mata kuliah Analisis Deret Waktu Tingkat Lanjut pada Program Studi S2 Statistika Terapan FMIPA Universitas Padjadjaran 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analisis deret waktu tingkat lanjut dan data…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singular spectrum analysis pada data dan persoalan…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Sosial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Ekonomi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Pemerintahan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Sains data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6d8d2f771848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analisis deret waktu tingkat lanjut dan data deret waktu tingkat secara…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singular spectrum analysis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524a3c41fc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Deret Waktu, Stasioneritas, Dekomposisi Tren, Long Memory dan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ARIMA, ARFIMA untuk Deret, Singular Spectrum, Desain Pengumpulan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Berbasis, Random Forest, XGBoost dan, Neural Network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Vector, Transfer Function, Generalized, Presentasi Proyek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149a5c975e43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Analisis Deret Waktu Lanjut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4ebd65cbe43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7a17d4f4ee43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 Deret Waktu, Stasioneritas, Dekomposisi Tren, Long Memory dan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Pengantar Data Deret Waktu Tingkat…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Stasioneritas, Transformasi, dan…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Dekomposisi Tren, Musiman, Siklus…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Deret Waktu Tingkat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Stasioneritas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Dekomposisi Tren, Musiman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Long Memory dan Fractional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ARIMA: Identifikasi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3f6a44627c4b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Dekomposisi Tren, Long Memory dan, ARIMA, ARFIMA untuk Deret, Singular Spectrum, Desain…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Dekomposisi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Dekomposisi membantu memecah deret waktu…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712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Long Memory dan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Long memory terjadi ketika korelasi…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ARIMA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ARIMA adalah kerangka klasik yang sangat…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ARFIMA untuk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55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ARFIMA memperluas ARIMA dengan mengizinkan…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Singular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SSA adalah pendekatan nonparametrik yang…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Desain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SubCPMK3 C6 Creating / C5 Evaluating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Long Memory dan Fractional Dependence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Singular Spectrum Analysis dan Analisis Spektral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e78420a35f40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ARFIMA untuk Deret Waktu Long Memory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ARIMA: Identifikasi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ARIMA adalah…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ARFIMA untuk Deret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ARFIMA memperluas…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Singular Spectrum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SSA adalah…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Desain Pengumpulan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SubCPMK3 C6…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UTS Berbasis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Integrasi…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a7b099473049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Data → model → validasi → interpretasi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203660facb48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23f9d254b640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20825391a74b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UTS Berbasis, Random Forest, XGBoost dan, Neural Network, Vector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UTS Berbasis Analisis Kasus Deret Waktu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XGBoost dan Gradient Boosting untuk Deret Waktu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Vector Autoregressive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UTS Berbasis Analisis Kasus Deret Waktu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Random Forest untuk Peramalan Deret…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XGBoost dan Gradient Boosting untuk…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Neural Network, MLP, dan LSTM untuk…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Vector Autoregressive Model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a9a953590148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a121b7925345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Random Forest untuk Peramalan Deret…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XGBoost dan Gradient Boosting untuk…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Neural Network, MLP, dan LSTM untuk…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Vector Autoregressive Model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Transfer Function dan Dynamic…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Generalized Space-Time Autoregressive…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328bfc276f42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e8bc6370e245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e14345c2cb4d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XGBoost dan Gradient Boosting…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Neural Network, MLP, dan LSTM…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Vector Autoregressive Model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Transfer Function dan Dynamic…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Generalized Space-Time…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Presentasi Proyek, Laporan Ilmiah…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558657255c46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Pengantar Data Deret…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Stasioneritas…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Model ARIMA: Identifikasi…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Desain Pengumpulan Data…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Random Forest untuk…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Generalized Space-Time…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12c07b6fbb48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Deret Waktu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Pola temporal…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Pola temporal apa yang paling…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Apakah metode…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metode dalam pertemuan…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Bagaimana cara…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cara Anda…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Apa risiko…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interpretasi yang…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Bagaimana Anda…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Anda menjelaskan…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5adc2e170848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731540061b4d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Analisis Deret Waktu Lanjut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Analisis Deret Waktu Lanjut menghubungkan teori, data, metode, validasi, dan komunikasi untuk menghasilkan keputusan yang sahih, dapat direplikasi, dan bertanggung…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2026-06-22T07:44:28.5850000Z</dcterms:created>
  <dcterms:modified xsi:type="dcterms:W3CDTF">2026-06-22T07:44:28.5850000Z</dcterms:modified>
</coreProperties>
</file>