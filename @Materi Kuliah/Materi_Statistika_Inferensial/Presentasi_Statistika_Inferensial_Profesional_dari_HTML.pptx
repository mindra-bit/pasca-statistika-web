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269e8bccf41b3" /><Relationship Type="http://schemas.openxmlformats.org/officeDocument/2006/relationships/extended-properties" Target="/docProps/app.xml" Id="Reeee891539a441b5" /><Relationship Type="http://schemas.openxmlformats.org/officeDocument/2006/relationships/officeDocument" Target="/ppt/presentation.xml" Id="R6c68ffc37f8b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d108d38420411e"/>
  </p:sldMasterIdLst>
  <p:notesMasterIdLst>
    <p:notesMasterId xmlns:r="http://schemas.openxmlformats.org/officeDocument/2006/relationships" r:id="R68ec22a6ff9b4569"/>
  </p:notesMasterIdLst>
  <p:sldIdLst>
    <p:sldId xmlns:r="http://schemas.openxmlformats.org/officeDocument/2006/relationships" id="256" r:id="Rf78b1b024de043e6"/>
    <p:sldId xmlns:r="http://schemas.openxmlformats.org/officeDocument/2006/relationships" id="257" r:id="R14843badf4514f83"/>
    <p:sldId xmlns:r="http://schemas.openxmlformats.org/officeDocument/2006/relationships" id="258" r:id="Rd2cc4b314fdf47f9"/>
    <p:sldId xmlns:r="http://schemas.openxmlformats.org/officeDocument/2006/relationships" id="259" r:id="R95c17772de0b4466"/>
    <p:sldId xmlns:r="http://schemas.openxmlformats.org/officeDocument/2006/relationships" id="260" r:id="Ra104718f83564ebb"/>
    <p:sldId xmlns:r="http://schemas.openxmlformats.org/officeDocument/2006/relationships" id="261" r:id="Rbf341ffefdce4c23"/>
    <p:sldId xmlns:r="http://schemas.openxmlformats.org/officeDocument/2006/relationships" id="262" r:id="R6aa8c61bfba746ba"/>
    <p:sldId xmlns:r="http://schemas.openxmlformats.org/officeDocument/2006/relationships" id="263" r:id="R86302bf731e24139"/>
    <p:sldId xmlns:r="http://schemas.openxmlformats.org/officeDocument/2006/relationships" id="264" r:id="R12f69783dd8c43dc"/>
    <p:sldId xmlns:r="http://schemas.openxmlformats.org/officeDocument/2006/relationships" id="265" r:id="Rc5fe5a4f61174330"/>
    <p:sldId xmlns:r="http://schemas.openxmlformats.org/officeDocument/2006/relationships" id="266" r:id="R850d53b6237a493e"/>
    <p:sldId xmlns:r="http://schemas.openxmlformats.org/officeDocument/2006/relationships" id="267" r:id="Rbb910b636dba4d43"/>
    <p:sldId xmlns:r="http://schemas.openxmlformats.org/officeDocument/2006/relationships" id="268" r:id="Rdfb9fb28c60d44b6"/>
    <p:sldId xmlns:r="http://schemas.openxmlformats.org/officeDocument/2006/relationships" id="269" r:id="R36205706278c4626"/>
    <p:sldId xmlns:r="http://schemas.openxmlformats.org/officeDocument/2006/relationships" id="270" r:id="R7e934e4608e54b87"/>
    <p:sldId xmlns:r="http://schemas.openxmlformats.org/officeDocument/2006/relationships" id="271" r:id="R3e910fa5cb4646ae"/>
    <p:sldId xmlns:r="http://schemas.openxmlformats.org/officeDocument/2006/relationships" id="272" r:id="R686ea00b929c4a04"/>
    <p:sldId xmlns:r="http://schemas.openxmlformats.org/officeDocument/2006/relationships" id="273" r:id="R1e24ca2cb3714ce1"/>
    <p:sldId xmlns:r="http://schemas.openxmlformats.org/officeDocument/2006/relationships" id="274" r:id="Re2d5d4d728c04bb5"/>
    <p:sldId xmlns:r="http://schemas.openxmlformats.org/officeDocument/2006/relationships" id="275" r:id="R7659803ee2b3406a"/>
    <p:sldId xmlns:r="http://schemas.openxmlformats.org/officeDocument/2006/relationships" id="276" r:id="R5e9d7cb1be324c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a261c772484b32" /><Relationship Type="http://schemas.openxmlformats.org/officeDocument/2006/relationships/slideMaster" Target="/ppt/slideMasters/slideMaster1.xml" Id="Rf7d108d38420411e" /><Relationship Type="http://schemas.openxmlformats.org/officeDocument/2006/relationships/notesMaster" Target="/ppt/notesMasters/notesMaster1.xml" Id="R68ec22a6ff9b4569" /><Relationship Type="http://schemas.openxmlformats.org/officeDocument/2006/relationships/presProps" Target="/ppt/presProps.xml" Id="Raa098aed1a99449c" /><Relationship Type="http://schemas.openxmlformats.org/officeDocument/2006/relationships/tableStyles" Target="/ppt/tableStyles.xml" Id="Rfa1793b7a7574fcb" /><Relationship Type="http://schemas.openxmlformats.org/officeDocument/2006/relationships/slide" Target="/ppt/slides/slide1.xml" Id="Rf78b1b024de043e6" /><Relationship Type="http://schemas.openxmlformats.org/officeDocument/2006/relationships/slide" Target="/ppt/slides/slide2.xml" Id="R14843badf4514f83" /><Relationship Type="http://schemas.openxmlformats.org/officeDocument/2006/relationships/slide" Target="/ppt/slides/slide3.xml" Id="Rd2cc4b314fdf47f9" /><Relationship Type="http://schemas.openxmlformats.org/officeDocument/2006/relationships/slide" Target="/ppt/slides/slide4.xml" Id="R95c17772de0b4466" /><Relationship Type="http://schemas.openxmlformats.org/officeDocument/2006/relationships/slide" Target="/ppt/slides/slide5.xml" Id="Ra104718f83564ebb" /><Relationship Type="http://schemas.openxmlformats.org/officeDocument/2006/relationships/slide" Target="/ppt/slides/slide6.xml" Id="Rbf341ffefdce4c23" /><Relationship Type="http://schemas.openxmlformats.org/officeDocument/2006/relationships/slide" Target="/ppt/slides/slide7.xml" Id="R6aa8c61bfba746ba" /><Relationship Type="http://schemas.openxmlformats.org/officeDocument/2006/relationships/slide" Target="/ppt/slides/slide8.xml" Id="R86302bf731e24139" /><Relationship Type="http://schemas.openxmlformats.org/officeDocument/2006/relationships/slide" Target="/ppt/slides/slide9.xml" Id="R12f69783dd8c43dc" /><Relationship Type="http://schemas.openxmlformats.org/officeDocument/2006/relationships/slide" Target="/ppt/slides/slide10.xml" Id="Rc5fe5a4f61174330" /><Relationship Type="http://schemas.openxmlformats.org/officeDocument/2006/relationships/slide" Target="/ppt/slides/slide11.xml" Id="R850d53b6237a493e" /><Relationship Type="http://schemas.openxmlformats.org/officeDocument/2006/relationships/slide" Target="/ppt/slides/slide12.xml" Id="Rbb910b636dba4d43" /><Relationship Type="http://schemas.openxmlformats.org/officeDocument/2006/relationships/slide" Target="/ppt/slides/slide13.xml" Id="Rdfb9fb28c60d44b6" /><Relationship Type="http://schemas.openxmlformats.org/officeDocument/2006/relationships/slide" Target="/ppt/slides/slide14.xml" Id="R36205706278c4626" /><Relationship Type="http://schemas.openxmlformats.org/officeDocument/2006/relationships/slide" Target="/ppt/slides/slide15.xml" Id="R7e934e4608e54b87" /><Relationship Type="http://schemas.openxmlformats.org/officeDocument/2006/relationships/slide" Target="/ppt/slides/slide16.xml" Id="R3e910fa5cb4646ae" /><Relationship Type="http://schemas.openxmlformats.org/officeDocument/2006/relationships/slide" Target="/ppt/slides/slide17.xml" Id="R686ea00b929c4a04" /><Relationship Type="http://schemas.openxmlformats.org/officeDocument/2006/relationships/slide" Target="/ppt/slides/slide18.xml" Id="R1e24ca2cb3714ce1" /><Relationship Type="http://schemas.openxmlformats.org/officeDocument/2006/relationships/slide" Target="/ppt/slides/slide19.xml" Id="Re2d5d4d728c04bb5" /><Relationship Type="http://schemas.openxmlformats.org/officeDocument/2006/relationships/slide" Target="/ppt/slides/slide20.xml" Id="R7659803ee2b3406a" /><Relationship Type="http://schemas.openxmlformats.org/officeDocument/2006/relationships/slide" Target="/ppt/slides/slide21.xml" Id="R5e9d7cb1be324c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3550c31ec643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057c72190845f6" /><Relationship Type="http://schemas.openxmlformats.org/officeDocument/2006/relationships/notesMaster" Target="/ppt/notesMasters/notesMaster1.xml" Id="R90f97c5af37348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c0d6c875824629" /><Relationship Type="http://schemas.openxmlformats.org/officeDocument/2006/relationships/notesMaster" Target="/ppt/notesMasters/notesMaster1.xml" Id="Rcc14a07a92b24d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2d0cb581b64c61" /><Relationship Type="http://schemas.openxmlformats.org/officeDocument/2006/relationships/notesMaster" Target="/ppt/notesMasters/notesMaster1.xml" Id="R3c0dd7c761ff4b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74f4867390435d" /><Relationship Type="http://schemas.openxmlformats.org/officeDocument/2006/relationships/notesMaster" Target="/ppt/notesMasters/notesMaster1.xml" Id="R112dde4f3ce442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1f8a535f224678" /><Relationship Type="http://schemas.openxmlformats.org/officeDocument/2006/relationships/notesMaster" Target="/ppt/notesMasters/notesMaster1.xml" Id="R246d67ed679c47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410fe01e5b4017" /><Relationship Type="http://schemas.openxmlformats.org/officeDocument/2006/relationships/notesMaster" Target="/ppt/notesMasters/notesMaster1.xml" Id="R799445f5752c4c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2b63a1c6344ac4" /><Relationship Type="http://schemas.openxmlformats.org/officeDocument/2006/relationships/notesMaster" Target="/ppt/notesMasters/notesMaster1.xml" Id="R058dbf107e8d4f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edc6917efe4078" /><Relationship Type="http://schemas.openxmlformats.org/officeDocument/2006/relationships/notesMaster" Target="/ppt/notesMasters/notesMaster1.xml" Id="R4732a87c43144b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3594fbfcee4ccd" /><Relationship Type="http://schemas.openxmlformats.org/officeDocument/2006/relationships/notesMaster" Target="/ppt/notesMasters/notesMaster1.xml" Id="Rf401ceb25a2649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b0cdcb42e04302" /><Relationship Type="http://schemas.openxmlformats.org/officeDocument/2006/relationships/notesMaster" Target="/ppt/notesMasters/notesMaster1.xml" Id="Rc490fde522ab41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7024ee1a834d3b" /><Relationship Type="http://schemas.openxmlformats.org/officeDocument/2006/relationships/notesMaster" Target="/ppt/notesMasters/notesMaster1.xml" Id="Rb41e55f9b1b341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921175e1ea4428" /><Relationship Type="http://schemas.openxmlformats.org/officeDocument/2006/relationships/notesMaster" Target="/ppt/notesMasters/notesMaster1.xml" Id="R5c38495447904f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c551dd828e40fa" /><Relationship Type="http://schemas.openxmlformats.org/officeDocument/2006/relationships/notesMaster" Target="/ppt/notesMasters/notesMaster1.xml" Id="R79ff2f0f657942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92bc29d45a4294" /><Relationship Type="http://schemas.openxmlformats.org/officeDocument/2006/relationships/notesMaster" Target="/ppt/notesMasters/notesMaster1.xml" Id="R123b747f802240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bb47b4a6764bb3" /><Relationship Type="http://schemas.openxmlformats.org/officeDocument/2006/relationships/notesMaster" Target="/ppt/notesMasters/notesMaster1.xml" Id="Rb39820e9742a49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7f67631f934dd9" /><Relationship Type="http://schemas.openxmlformats.org/officeDocument/2006/relationships/notesMaster" Target="/ppt/notesMasters/notesMaster1.xml" Id="R97e368e589ab46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307389dce44305" /><Relationship Type="http://schemas.openxmlformats.org/officeDocument/2006/relationships/notesMaster" Target="/ppt/notesMasters/notesMaster1.xml" Id="R7f3aa711817847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98bb46209743c2" /><Relationship Type="http://schemas.openxmlformats.org/officeDocument/2006/relationships/notesMaster" Target="/ppt/notesMasters/notesMaster1.xml" Id="Ra9287eb652e44a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7ceaa25b9040fc" /><Relationship Type="http://schemas.openxmlformats.org/officeDocument/2006/relationships/notesMaster" Target="/ppt/notesMasters/notesMaster1.xml" Id="R462dea8ef8d946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62abc6638a4673" /><Relationship Type="http://schemas.openxmlformats.org/officeDocument/2006/relationships/notesMaster" Target="/ppt/notesMasters/notesMaster1.xml" Id="Rad137256526549a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d6e03604444418" /><Relationship Type="http://schemas.openxmlformats.org/officeDocument/2006/relationships/notesMaster" Target="/ppt/notesMasters/notesMaster1.xml" Id="R9f04bd86e1af4c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4954fb34c4e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9d94607f8451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bcaad2b7ff4d8e" /><Relationship Type="http://schemas.openxmlformats.org/officeDocument/2006/relationships/slideLayout" Target="/ppt/slideLayouts/slideLayout1.xml" Id="R84ecefa9a4a943e4" /><Relationship Type="http://schemas.openxmlformats.org/officeDocument/2006/relationships/slideLayout" Target="/ppt/slideLayouts/slideLayout2.xml" Id="R2d91a9cbae3a4a6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ecefa9a4a943e4"/>
    <p:sldLayoutId xmlns:r="http://schemas.openxmlformats.org/officeDocument/2006/relationships" id="2147483650" r:id="R2d91a9cbae3a4a62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d28f6175514a5d" /><Relationship Type="http://schemas.openxmlformats.org/officeDocument/2006/relationships/image" Target="/ppt/media/image.png" Id="Rb5a9214681cd4d65" /><Relationship Type="http://schemas.openxmlformats.org/officeDocument/2006/relationships/image" Target="/ppt/media/image2.png" Id="R9e59e246c92f4d2c" /><Relationship Type="http://schemas.openxmlformats.org/officeDocument/2006/relationships/notesSlide" Target="/ppt/notesSlides/notesSlide1.xml" Id="Rd6ba6ac7765a4d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a56c2fe02d4db7" /><Relationship Type="http://schemas.openxmlformats.org/officeDocument/2006/relationships/image" Target="/ppt/media/image2.png" Id="R6cc7e6084bee4f08" /><Relationship Type="http://schemas.openxmlformats.org/officeDocument/2006/relationships/notesSlide" Target="/ppt/notesSlides/notesSlide2.xml" Id="Refcc8f2598b742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a3b263c2f446ab" /><Relationship Type="http://schemas.openxmlformats.org/officeDocument/2006/relationships/image" Target="/ppt/media/image2.png" Id="Ra3f75cb1d9bd4a78" /><Relationship Type="http://schemas.openxmlformats.org/officeDocument/2006/relationships/notesSlide" Target="/ppt/notesSlides/notesSlide3.xml" Id="R87afee36434747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79f16289c94eea" /><Relationship Type="http://schemas.openxmlformats.org/officeDocument/2006/relationships/image" Target="/ppt/media/image2.png" Id="R8b76062b4cd54285" /><Relationship Type="http://schemas.openxmlformats.org/officeDocument/2006/relationships/notesSlide" Target="/ppt/notesSlides/notesSlide4.xml" Id="Rd203bd2ce390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12b02a6f6c4e8c" /><Relationship Type="http://schemas.openxmlformats.org/officeDocument/2006/relationships/image" Target="/ppt/media/image2.png" Id="Re3b45d657e08452e" /><Relationship Type="http://schemas.openxmlformats.org/officeDocument/2006/relationships/notesSlide" Target="/ppt/notesSlides/notesSlide5.xml" Id="R1f55e025f70842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50e6545fbf4b6d" /><Relationship Type="http://schemas.openxmlformats.org/officeDocument/2006/relationships/image" Target="/ppt/media/image2.png" Id="Rbec382375a45487a" /><Relationship Type="http://schemas.openxmlformats.org/officeDocument/2006/relationships/notesSlide" Target="/ppt/notesSlides/notesSlide6.xml" Id="Re4a10f7a2c6644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66d85df5164be4" /><Relationship Type="http://schemas.openxmlformats.org/officeDocument/2006/relationships/image" Target="/ppt/media/image2.png" Id="Rb497a58a2b6c4850" /><Relationship Type="http://schemas.openxmlformats.org/officeDocument/2006/relationships/notesSlide" Target="/ppt/notesSlides/notesSlide7.xml" Id="R7c105835011940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5c4423a1614ec2" /><Relationship Type="http://schemas.openxmlformats.org/officeDocument/2006/relationships/image" Target="/ppt/media/image2.png" Id="Ra34a4b0b3c9f433f" /><Relationship Type="http://schemas.openxmlformats.org/officeDocument/2006/relationships/notesSlide" Target="/ppt/notesSlides/notesSlide8.xml" Id="R9694003d6aca44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a437a726ed4d03" /><Relationship Type="http://schemas.openxmlformats.org/officeDocument/2006/relationships/image" Target="/ppt/media/image2.png" Id="R923416fb3e474841" /><Relationship Type="http://schemas.openxmlformats.org/officeDocument/2006/relationships/notesSlide" Target="/ppt/notesSlides/notesSlide9.xml" Id="Rda8f44cc05b34a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39e687c2684dc6" /><Relationship Type="http://schemas.openxmlformats.org/officeDocument/2006/relationships/image" Target="/ppt/media/image2.png" Id="R8dcf24caa4f946b5" /><Relationship Type="http://schemas.openxmlformats.org/officeDocument/2006/relationships/notesSlide" Target="/ppt/notesSlides/notesSlide10.xml" Id="Rec1661fe44364d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ca1c7721d84c69" /><Relationship Type="http://schemas.openxmlformats.org/officeDocument/2006/relationships/image" Target="/ppt/media/image2.png" Id="R3f559a58a41246da" /><Relationship Type="http://schemas.openxmlformats.org/officeDocument/2006/relationships/notesSlide" Target="/ppt/notesSlides/notesSlide11.xml" Id="R53815ac35fbd4b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43ac25198f4fd8" /><Relationship Type="http://schemas.openxmlformats.org/officeDocument/2006/relationships/image" Target="/ppt/media/image2.png" Id="R301584a9166d4709" /><Relationship Type="http://schemas.openxmlformats.org/officeDocument/2006/relationships/notesSlide" Target="/ppt/notesSlides/notesSlide12.xml" Id="Rd8a070990c544d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2395743a404584" /><Relationship Type="http://schemas.openxmlformats.org/officeDocument/2006/relationships/image" Target="/ppt/media/image2.png" Id="R502f2847cd234559" /><Relationship Type="http://schemas.openxmlformats.org/officeDocument/2006/relationships/notesSlide" Target="/ppt/notesSlides/notesSlide13.xml" Id="R32faca00603f46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8d2426b56442f7" /><Relationship Type="http://schemas.openxmlformats.org/officeDocument/2006/relationships/image" Target="/ppt/media/image2.png" Id="R74d21634bbbb4a97" /><Relationship Type="http://schemas.openxmlformats.org/officeDocument/2006/relationships/notesSlide" Target="/ppt/notesSlides/notesSlide14.xml" Id="Rc6e00a961c5448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a4a09383ed40f7" /><Relationship Type="http://schemas.openxmlformats.org/officeDocument/2006/relationships/image" Target="/ppt/media/image2.png" Id="Rcf533d3819334dab" /><Relationship Type="http://schemas.openxmlformats.org/officeDocument/2006/relationships/notesSlide" Target="/ppt/notesSlides/notesSlide15.xml" Id="R380135b6d30b44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5300c3842e429d" /><Relationship Type="http://schemas.openxmlformats.org/officeDocument/2006/relationships/image" Target="/ppt/media/image2.png" Id="Ra7e02f190c464def" /><Relationship Type="http://schemas.openxmlformats.org/officeDocument/2006/relationships/notesSlide" Target="/ppt/notesSlides/notesSlide16.xml" Id="R1a70150cfc6e46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aaa87996348e8" /><Relationship Type="http://schemas.openxmlformats.org/officeDocument/2006/relationships/image" Target="/ppt/media/image2.png" Id="R252826dc3e294f92" /><Relationship Type="http://schemas.openxmlformats.org/officeDocument/2006/relationships/notesSlide" Target="/ppt/notesSlides/notesSlide17.xml" Id="Rf6ddba9885964d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4de50ba9b7471d" /><Relationship Type="http://schemas.openxmlformats.org/officeDocument/2006/relationships/image" Target="/ppt/media/image2.png" Id="R0970e88b326c4971" /><Relationship Type="http://schemas.openxmlformats.org/officeDocument/2006/relationships/notesSlide" Target="/ppt/notesSlides/notesSlide18.xml" Id="R09473120f7b64d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67088868e84096" /><Relationship Type="http://schemas.openxmlformats.org/officeDocument/2006/relationships/image" Target="/ppt/media/image2.png" Id="R188f2e27f05941a6" /><Relationship Type="http://schemas.openxmlformats.org/officeDocument/2006/relationships/notesSlide" Target="/ppt/notesSlides/notesSlide19.xml" Id="R758c468ab87744e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828ea758fe4b51" /><Relationship Type="http://schemas.openxmlformats.org/officeDocument/2006/relationships/image" Target="/ppt/media/image2.png" Id="R872ab347ba1d4464" /><Relationship Type="http://schemas.openxmlformats.org/officeDocument/2006/relationships/notesSlide" Target="/ppt/notesSlides/notesSlide20.xml" Id="R6dbf04f9df2945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e95f5637294b44" /><Relationship Type="http://schemas.openxmlformats.org/officeDocument/2006/relationships/image" Target="/ppt/media/image.png" Id="Rcb9c9ecc28074d7e" /><Relationship Type="http://schemas.openxmlformats.org/officeDocument/2006/relationships/image" Target="/ppt/media/image2.png" Id="R54fa5f1128834100" /><Relationship Type="http://schemas.openxmlformats.org/officeDocument/2006/relationships/notesSlide" Target="/ppt/notesSlides/notesSlide21.xml" Id="R8d2cbbf0911b44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9214681cd4d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9e246c92f4d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Statistika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Inferensial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Yudhie Andriyana, M.Sc., Ph.D.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Inferensial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Terapan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7e6084bee4f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Statistika Inferensial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84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Mata kuliah ini membangun penguasaan statistika inferensial melalui teori, praktik komputasi, studi kasus, dan komunikasi ilmiah.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statistika inferensial dan peta mata kuliah…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bab 6. penaksiran interval pada data dan persoalan…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75cb1d9bd4a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statistika inferensial dan peta mata kuliah berdasarkan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bab 6. penaksiran interval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6062b4cd542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Peta Mata Kuliah, Bab 1. Fondasi, Bab 2. Evaluasi, Bab 3.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4. Desain, Bab 5., Bab 6. Penaksiran, Bab 7. Pengujian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8. Penaksiran, Bab 9. Pendekatan, Bab 10. Pendekatan, Bab 11.…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12. Pengujian, Bab 13. Aplikasi, Bab 14. Studi, Kesimpulan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45d657e0845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Statistika Inferensial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382375a4548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7a58a2b6c4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Peta Mata Kuliah, Bab 1. Fondasi, Bab 2. Evaluasi, Bab 3.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Mata Kuliah Berdasarkan RPS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1. Fondasi Statistika…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2. Evaluasi Sebuah Penaksiran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Peta Mata Kuliah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1. Fondasi Statistika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2. Evaluasi Sebuah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3. Optimalisasi Sebuah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4. Desain Pengumpulan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a4b0b3c9f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2. Evaluasi, Bab 3., Bab 4. Desain, Bab 5., Bab 6. Penaksiran, Bab 7. Pengujian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133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2. Evaluasi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dengan RPS Evaluasi estimator…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3.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dengan RPS Optimalisasi…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4. Desain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dengan RPS Pengaruh desain…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5.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dengan RPS Metode penaksiran…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6.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dengan RPS Konsep dan…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318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7. Pengujian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dengan RPS Pengujian hipotesis…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Bias(θ)=E(θ)-θ, E(θ)=θ untuk estimator tak…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θ=T(X_1,,X_n), …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416fb3e474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y_st=Σ_h=1^H W_h y_h, Var( y_st)=Σ_h=1^H…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4. Desain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Keterkaitan dengan…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5. Metode-Metode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Keterkaitan dengan…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6. Penaksiran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Keterkaitan dengan…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7. Pengujian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Keterkaitan dengan…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8. Penaksiran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Keterkaitan dengan…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f24caa4f946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θ=T(X_1,,X_n), …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59a58a41246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584a9166d4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f2847cd234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8. Penaksiran, Bab 9. Pendekatan, Bab 10. Pendekatan, Bab 11. Evaluasi, Bab 12.…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θ=T(X_1,,X_n), 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1456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L(θ x)=Π_i=1^n f(x_iθ), (θ)=Σ_i=1^n f(x_iθ).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θ=T(X_1,,X_n), 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8. Penaksiran dan Pengujian pada…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9. Pendekatan Likelihood dalam…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10. Pendekatan Bayesian dalam…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11. Evaluasi Robustness dan…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12. Pengujian Hipotesis Lanjut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21634bbbb4a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33d381933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9. Pendekatan Likelihood dalam…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10. Pendekatan Bayesian dalam…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11. Evaluasi Robustness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12. Pengujian Hipotesis Lanjut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13. Aplikasi Komputasi dalam…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14. Studi Kasus Terintegrasi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02f190c464d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826dc3e294f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0e88b326c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10. Pendekatan Bayesian dalam…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11. Evaluasi Robustness dan…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12. Pengujian Hipotesis Lanjut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13. Aplikasi Komputasi dalam…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14. Studi Kasus Terintegrasi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Kesimpulan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f2e27f059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Peta Mata Kuliah…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1. Fondasi Statistika…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4. Desain Pengumpulan…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7. Pengujian…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9. Pendekatan…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14. Studi Kasus…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ab347ba1d4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Statistika Inferensial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Jelaskan…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Jelaskan hubungan antara…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Dalam kasus…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Dalam kasus data outlier…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Jelaskan…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Jelaskan perbedaan confidence…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Bandingkan uji…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Bandingkan uji Wald, score…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Jelaskan makna…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Jelaskan makna p-value dengan…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c9ecc28074d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a5f1128834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Statistika Inferensial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Statistika Inferensial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2026-07-26T23:34:30.7040000Z</dcterms:created>
  <dcterms:modified xsi:type="dcterms:W3CDTF">2026-07-26T23:34:30.7040000Z</dcterms:modified>
</coreProperties>
</file>