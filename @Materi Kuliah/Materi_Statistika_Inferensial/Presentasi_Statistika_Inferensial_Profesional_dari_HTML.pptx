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7c89f767864a8a" /><Relationship Type="http://schemas.openxmlformats.org/officeDocument/2006/relationships/extended-properties" Target="/docProps/app.xml" Id="Rcd6945e529e646d8" /><Relationship Type="http://schemas.openxmlformats.org/officeDocument/2006/relationships/officeDocument" Target="/ppt/presentation.xml" Id="Rfed6dffd74cd4d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3b07e5a87649f6"/>
  </p:sldMasterIdLst>
  <p:notesMasterIdLst>
    <p:notesMasterId xmlns:r="http://schemas.openxmlformats.org/officeDocument/2006/relationships" r:id="R158bd2484bc74b85"/>
  </p:notesMasterIdLst>
  <p:sldIdLst>
    <p:sldId xmlns:r="http://schemas.openxmlformats.org/officeDocument/2006/relationships" id="256" r:id="R5e11cbd00a884ed4"/>
    <p:sldId xmlns:r="http://schemas.openxmlformats.org/officeDocument/2006/relationships" id="257" r:id="Rc44c8599d9c54a5e"/>
    <p:sldId xmlns:r="http://schemas.openxmlformats.org/officeDocument/2006/relationships" id="258" r:id="R9bafa448de2c4148"/>
    <p:sldId xmlns:r="http://schemas.openxmlformats.org/officeDocument/2006/relationships" id="259" r:id="Rfe30311fb79f4045"/>
    <p:sldId xmlns:r="http://schemas.openxmlformats.org/officeDocument/2006/relationships" id="260" r:id="Rc9bd72467c264f6b"/>
    <p:sldId xmlns:r="http://schemas.openxmlformats.org/officeDocument/2006/relationships" id="261" r:id="R3a32594c1a2b450f"/>
    <p:sldId xmlns:r="http://schemas.openxmlformats.org/officeDocument/2006/relationships" id="262" r:id="R06a81733f4974930"/>
    <p:sldId xmlns:r="http://schemas.openxmlformats.org/officeDocument/2006/relationships" id="263" r:id="R50dc64b2ba00440e"/>
    <p:sldId xmlns:r="http://schemas.openxmlformats.org/officeDocument/2006/relationships" id="264" r:id="Raf5ebe987e374739"/>
    <p:sldId xmlns:r="http://schemas.openxmlformats.org/officeDocument/2006/relationships" id="265" r:id="R370c5026e02f4a4c"/>
    <p:sldId xmlns:r="http://schemas.openxmlformats.org/officeDocument/2006/relationships" id="266" r:id="Recea4d52e88a4e6e"/>
    <p:sldId xmlns:r="http://schemas.openxmlformats.org/officeDocument/2006/relationships" id="267" r:id="R60747019ef304a4a"/>
    <p:sldId xmlns:r="http://schemas.openxmlformats.org/officeDocument/2006/relationships" id="268" r:id="R0206aa67a7814cd0"/>
    <p:sldId xmlns:r="http://schemas.openxmlformats.org/officeDocument/2006/relationships" id="269" r:id="R588c1056ea8941bc"/>
    <p:sldId xmlns:r="http://schemas.openxmlformats.org/officeDocument/2006/relationships" id="270" r:id="Rf7b843f55aa14cff"/>
    <p:sldId xmlns:r="http://schemas.openxmlformats.org/officeDocument/2006/relationships" id="271" r:id="R6c3aec57c7d84407"/>
    <p:sldId xmlns:r="http://schemas.openxmlformats.org/officeDocument/2006/relationships" id="272" r:id="R1ab3694c963d4ee3"/>
    <p:sldId xmlns:r="http://schemas.openxmlformats.org/officeDocument/2006/relationships" id="273" r:id="R948f17fd1df64081"/>
    <p:sldId xmlns:r="http://schemas.openxmlformats.org/officeDocument/2006/relationships" id="274" r:id="R41c97e4eb9ea47d5"/>
    <p:sldId xmlns:r="http://schemas.openxmlformats.org/officeDocument/2006/relationships" id="275" r:id="R3b40a84713c546c0"/>
    <p:sldId xmlns:r="http://schemas.openxmlformats.org/officeDocument/2006/relationships" id="276" r:id="R9aa838cc4a3d43a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210549a6814578" /><Relationship Type="http://schemas.openxmlformats.org/officeDocument/2006/relationships/slideMaster" Target="/ppt/slideMasters/slideMaster1.xml" Id="Re83b07e5a87649f6" /><Relationship Type="http://schemas.openxmlformats.org/officeDocument/2006/relationships/notesMaster" Target="/ppt/notesMasters/notesMaster1.xml" Id="R158bd2484bc74b85" /><Relationship Type="http://schemas.openxmlformats.org/officeDocument/2006/relationships/presProps" Target="/ppt/presProps.xml" Id="R6ac01266ab1e4682" /><Relationship Type="http://schemas.openxmlformats.org/officeDocument/2006/relationships/tableStyles" Target="/ppt/tableStyles.xml" Id="R1788105e86604c06" /><Relationship Type="http://schemas.openxmlformats.org/officeDocument/2006/relationships/slide" Target="/ppt/slides/slide1.xml" Id="R5e11cbd00a884ed4" /><Relationship Type="http://schemas.openxmlformats.org/officeDocument/2006/relationships/slide" Target="/ppt/slides/slide2.xml" Id="Rc44c8599d9c54a5e" /><Relationship Type="http://schemas.openxmlformats.org/officeDocument/2006/relationships/slide" Target="/ppt/slides/slide3.xml" Id="R9bafa448de2c4148" /><Relationship Type="http://schemas.openxmlformats.org/officeDocument/2006/relationships/slide" Target="/ppt/slides/slide4.xml" Id="Rfe30311fb79f4045" /><Relationship Type="http://schemas.openxmlformats.org/officeDocument/2006/relationships/slide" Target="/ppt/slides/slide5.xml" Id="Rc9bd72467c264f6b" /><Relationship Type="http://schemas.openxmlformats.org/officeDocument/2006/relationships/slide" Target="/ppt/slides/slide6.xml" Id="R3a32594c1a2b450f" /><Relationship Type="http://schemas.openxmlformats.org/officeDocument/2006/relationships/slide" Target="/ppt/slides/slide7.xml" Id="R06a81733f4974930" /><Relationship Type="http://schemas.openxmlformats.org/officeDocument/2006/relationships/slide" Target="/ppt/slides/slide8.xml" Id="R50dc64b2ba00440e" /><Relationship Type="http://schemas.openxmlformats.org/officeDocument/2006/relationships/slide" Target="/ppt/slides/slide9.xml" Id="Raf5ebe987e374739" /><Relationship Type="http://schemas.openxmlformats.org/officeDocument/2006/relationships/slide" Target="/ppt/slides/slide10.xml" Id="R370c5026e02f4a4c" /><Relationship Type="http://schemas.openxmlformats.org/officeDocument/2006/relationships/slide" Target="/ppt/slides/slide11.xml" Id="Recea4d52e88a4e6e" /><Relationship Type="http://schemas.openxmlformats.org/officeDocument/2006/relationships/slide" Target="/ppt/slides/slide12.xml" Id="R60747019ef304a4a" /><Relationship Type="http://schemas.openxmlformats.org/officeDocument/2006/relationships/slide" Target="/ppt/slides/slide13.xml" Id="R0206aa67a7814cd0" /><Relationship Type="http://schemas.openxmlformats.org/officeDocument/2006/relationships/slide" Target="/ppt/slides/slide14.xml" Id="R588c1056ea8941bc" /><Relationship Type="http://schemas.openxmlformats.org/officeDocument/2006/relationships/slide" Target="/ppt/slides/slide15.xml" Id="Rf7b843f55aa14cff" /><Relationship Type="http://schemas.openxmlformats.org/officeDocument/2006/relationships/slide" Target="/ppt/slides/slide16.xml" Id="R6c3aec57c7d84407" /><Relationship Type="http://schemas.openxmlformats.org/officeDocument/2006/relationships/slide" Target="/ppt/slides/slide17.xml" Id="R1ab3694c963d4ee3" /><Relationship Type="http://schemas.openxmlformats.org/officeDocument/2006/relationships/slide" Target="/ppt/slides/slide18.xml" Id="R948f17fd1df64081" /><Relationship Type="http://schemas.openxmlformats.org/officeDocument/2006/relationships/slide" Target="/ppt/slides/slide19.xml" Id="R41c97e4eb9ea47d5" /><Relationship Type="http://schemas.openxmlformats.org/officeDocument/2006/relationships/slide" Target="/ppt/slides/slide20.xml" Id="R3b40a84713c546c0" /><Relationship Type="http://schemas.openxmlformats.org/officeDocument/2006/relationships/slide" Target="/ppt/slides/slide21.xml" Id="R9aa838cc4a3d43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6dbf03571344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e4f90595e646eb" /><Relationship Type="http://schemas.openxmlformats.org/officeDocument/2006/relationships/notesMaster" Target="/ppt/notesMasters/notesMaster1.xml" Id="Rcd09a1ddcfb947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5e14d4e7a944d6" /><Relationship Type="http://schemas.openxmlformats.org/officeDocument/2006/relationships/notesMaster" Target="/ppt/notesMasters/notesMaster1.xml" Id="R2ab3eb9867754e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a8c28febf84655" /><Relationship Type="http://schemas.openxmlformats.org/officeDocument/2006/relationships/notesMaster" Target="/ppt/notesMasters/notesMaster1.xml" Id="R386fcce4595042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709a00b95548f8" /><Relationship Type="http://schemas.openxmlformats.org/officeDocument/2006/relationships/notesMaster" Target="/ppt/notesMasters/notesMaster1.xml" Id="R306a64da6d0d4e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e9ba6b14f34e13" /><Relationship Type="http://schemas.openxmlformats.org/officeDocument/2006/relationships/notesMaster" Target="/ppt/notesMasters/notesMaster1.xml" Id="R74bbfcf28f3742f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bf2a5badea4fa1" /><Relationship Type="http://schemas.openxmlformats.org/officeDocument/2006/relationships/notesMaster" Target="/ppt/notesMasters/notesMaster1.xml" Id="Rbc355166233c4b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b58a3859974975" /><Relationship Type="http://schemas.openxmlformats.org/officeDocument/2006/relationships/notesMaster" Target="/ppt/notesMasters/notesMaster1.xml" Id="Re07d7c1b31384e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f11355884846ee" /><Relationship Type="http://schemas.openxmlformats.org/officeDocument/2006/relationships/notesMaster" Target="/ppt/notesMasters/notesMaster1.xml" Id="Rfc1c97401cff42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e1ce00cb4d64fbf" /><Relationship Type="http://schemas.openxmlformats.org/officeDocument/2006/relationships/notesMaster" Target="/ppt/notesMasters/notesMaster1.xml" Id="Ra0bbb6aa5a504a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fd889e5bd4419c" /><Relationship Type="http://schemas.openxmlformats.org/officeDocument/2006/relationships/notesMaster" Target="/ppt/notesMasters/notesMaster1.xml" Id="R1052016eaa85410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aa17f4537a4317" /><Relationship Type="http://schemas.openxmlformats.org/officeDocument/2006/relationships/notesMaster" Target="/ppt/notesMasters/notesMaster1.xml" Id="R78a85218b2204a4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876c0a29dcc4fdb" /><Relationship Type="http://schemas.openxmlformats.org/officeDocument/2006/relationships/notesMaster" Target="/ppt/notesMasters/notesMaster1.xml" Id="R476d7f547ded480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e3215d920514ba2" /><Relationship Type="http://schemas.openxmlformats.org/officeDocument/2006/relationships/notesMaster" Target="/ppt/notesMasters/notesMaster1.xml" Id="R53302274c206441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d905193cc654b18" /><Relationship Type="http://schemas.openxmlformats.org/officeDocument/2006/relationships/notesMaster" Target="/ppt/notesMasters/notesMaster1.xml" Id="R90e206f358f04b1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8cac1f9c8a64da3" /><Relationship Type="http://schemas.openxmlformats.org/officeDocument/2006/relationships/notesMaster" Target="/ppt/notesMasters/notesMaster1.xml" Id="R391df0026a1e491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2aa7adedc514ecd" /><Relationship Type="http://schemas.openxmlformats.org/officeDocument/2006/relationships/notesMaster" Target="/ppt/notesMasters/notesMaster1.xml" Id="Rb33669f7b6444ac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167a2a5bf904ab4" /><Relationship Type="http://schemas.openxmlformats.org/officeDocument/2006/relationships/notesMaster" Target="/ppt/notesMasters/notesMaster1.xml" Id="R1b3875a0d4314c2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091c1fe12a346d5" /><Relationship Type="http://schemas.openxmlformats.org/officeDocument/2006/relationships/notesMaster" Target="/ppt/notesMasters/notesMaster1.xml" Id="Rdc7b5f6e614d410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b362ac880374729" /><Relationship Type="http://schemas.openxmlformats.org/officeDocument/2006/relationships/notesMaster" Target="/ppt/notesMasters/notesMaster1.xml" Id="R78c825dbea6f475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0caeb10598a45c6" /><Relationship Type="http://schemas.openxmlformats.org/officeDocument/2006/relationships/notesMaster" Target="/ppt/notesMasters/notesMaster1.xml" Id="R7cbc8bde1f214b6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4ef864054354412" /><Relationship Type="http://schemas.openxmlformats.org/officeDocument/2006/relationships/notesMaster" Target="/ppt/notesMasters/notesMaster1.xml" Id="R548a5a2196e845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df588afbbc4a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09bc996c0462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646ac3842f4ccf" /><Relationship Type="http://schemas.openxmlformats.org/officeDocument/2006/relationships/slideLayout" Target="/ppt/slideLayouts/slideLayout1.xml" Id="R2721906e98294f33" /><Relationship Type="http://schemas.openxmlformats.org/officeDocument/2006/relationships/slideLayout" Target="/ppt/slideLayouts/slideLayout2.xml" Id="R344631b551934f9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21906e98294f33"/>
    <p:sldLayoutId xmlns:r="http://schemas.openxmlformats.org/officeDocument/2006/relationships" id="2147483650" r:id="R344631b551934f93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6c52a1ab3f4600" /><Relationship Type="http://schemas.openxmlformats.org/officeDocument/2006/relationships/image" Target="/ppt/media/image.png" Id="Rfaf0018079b24408" /><Relationship Type="http://schemas.openxmlformats.org/officeDocument/2006/relationships/image" Target="/ppt/media/image2.png" Id="R338e798a2c2642df" /><Relationship Type="http://schemas.openxmlformats.org/officeDocument/2006/relationships/notesSlide" Target="/ppt/notesSlides/notesSlide1.xml" Id="Rd7f799d3add44b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55a809137c444b" /><Relationship Type="http://schemas.openxmlformats.org/officeDocument/2006/relationships/image" Target="/ppt/media/image2.png" Id="Re6477d0158dc46f0" /><Relationship Type="http://schemas.openxmlformats.org/officeDocument/2006/relationships/notesSlide" Target="/ppt/notesSlides/notesSlide2.xml" Id="R54a54780438d44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1918bc365d4ec7" /><Relationship Type="http://schemas.openxmlformats.org/officeDocument/2006/relationships/image" Target="/ppt/media/image2.png" Id="Rbd20988c506d4686" /><Relationship Type="http://schemas.openxmlformats.org/officeDocument/2006/relationships/notesSlide" Target="/ppt/notesSlides/notesSlide3.xml" Id="Rca14008dabc243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b5f07382db46fd" /><Relationship Type="http://schemas.openxmlformats.org/officeDocument/2006/relationships/image" Target="/ppt/media/image2.png" Id="Rfc4f40dbc2df4e55" /><Relationship Type="http://schemas.openxmlformats.org/officeDocument/2006/relationships/notesSlide" Target="/ppt/notesSlides/notesSlide4.xml" Id="R487906deae464a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aeb853cea544da" /><Relationship Type="http://schemas.openxmlformats.org/officeDocument/2006/relationships/image" Target="/ppt/media/image2.png" Id="R75abd5e292234e54" /><Relationship Type="http://schemas.openxmlformats.org/officeDocument/2006/relationships/notesSlide" Target="/ppt/notesSlides/notesSlide5.xml" Id="R7ef88c36479440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074eeac5514a70" /><Relationship Type="http://schemas.openxmlformats.org/officeDocument/2006/relationships/image" Target="/ppt/media/image2.png" Id="Rbd7b30a244404697" /><Relationship Type="http://schemas.openxmlformats.org/officeDocument/2006/relationships/notesSlide" Target="/ppt/notesSlides/notesSlide6.xml" Id="R95ac72f1c84f40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02eca4a63c41ea" /><Relationship Type="http://schemas.openxmlformats.org/officeDocument/2006/relationships/image" Target="/ppt/media/image2.png" Id="R4b74959db6334c85" /><Relationship Type="http://schemas.openxmlformats.org/officeDocument/2006/relationships/notesSlide" Target="/ppt/notesSlides/notesSlide7.xml" Id="R1fea324d9f5f4c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15ce8a6c1541eb" /><Relationship Type="http://schemas.openxmlformats.org/officeDocument/2006/relationships/image" Target="/ppt/media/image2.png" Id="R624f9f2d0a6c4c04" /><Relationship Type="http://schemas.openxmlformats.org/officeDocument/2006/relationships/notesSlide" Target="/ppt/notesSlides/notesSlide8.xml" Id="R84a9b275c5664e7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70b4201ab443d1" /><Relationship Type="http://schemas.openxmlformats.org/officeDocument/2006/relationships/image" Target="/ppt/media/image2.png" Id="R4eebdbd378c74cde" /><Relationship Type="http://schemas.openxmlformats.org/officeDocument/2006/relationships/notesSlide" Target="/ppt/notesSlides/notesSlide9.xml" Id="Rce8a4ea060dd43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e2e8fbb9f349ce" /><Relationship Type="http://schemas.openxmlformats.org/officeDocument/2006/relationships/image" Target="/ppt/media/image2.png" Id="R43a55623f2404c03" /><Relationship Type="http://schemas.openxmlformats.org/officeDocument/2006/relationships/notesSlide" Target="/ppt/notesSlides/notesSlide10.xml" Id="R54b859ec71da4a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a084947e29466f" /><Relationship Type="http://schemas.openxmlformats.org/officeDocument/2006/relationships/image" Target="/ppt/media/image2.png" Id="R4c6a7fb3bad7435f" /><Relationship Type="http://schemas.openxmlformats.org/officeDocument/2006/relationships/notesSlide" Target="/ppt/notesSlides/notesSlide11.xml" Id="R70dec0899663428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603e0112174064" /><Relationship Type="http://schemas.openxmlformats.org/officeDocument/2006/relationships/image" Target="/ppt/media/image2.png" Id="Rcec6c7c6e320485b" /><Relationship Type="http://schemas.openxmlformats.org/officeDocument/2006/relationships/notesSlide" Target="/ppt/notesSlides/notesSlide12.xml" Id="R465a3cb7b4b94fc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01ab6fc77f43b1" /><Relationship Type="http://schemas.openxmlformats.org/officeDocument/2006/relationships/image" Target="/ppt/media/image2.png" Id="Rcc0f1f55fd054cfd" /><Relationship Type="http://schemas.openxmlformats.org/officeDocument/2006/relationships/notesSlide" Target="/ppt/notesSlides/notesSlide13.xml" Id="Rf565333e7d04484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e7cd149e73425b" /><Relationship Type="http://schemas.openxmlformats.org/officeDocument/2006/relationships/image" Target="/ppt/media/image2.png" Id="R77907559f5ad4295" /><Relationship Type="http://schemas.openxmlformats.org/officeDocument/2006/relationships/notesSlide" Target="/ppt/notesSlides/notesSlide14.xml" Id="R8f3d0ac9666b47a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30862af8dc4d47" /><Relationship Type="http://schemas.openxmlformats.org/officeDocument/2006/relationships/image" Target="/ppt/media/image2.png" Id="Rb523e64b67ca4aff" /><Relationship Type="http://schemas.openxmlformats.org/officeDocument/2006/relationships/notesSlide" Target="/ppt/notesSlides/notesSlide15.xml" Id="Rb5899993d5794d7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a6c5b0e3c549b4" /><Relationship Type="http://schemas.openxmlformats.org/officeDocument/2006/relationships/image" Target="/ppt/media/image2.png" Id="R5d3d0c7ff8264e44" /><Relationship Type="http://schemas.openxmlformats.org/officeDocument/2006/relationships/notesSlide" Target="/ppt/notesSlides/notesSlide16.xml" Id="R6e01fcb8490a4c7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462ae410d04d35" /><Relationship Type="http://schemas.openxmlformats.org/officeDocument/2006/relationships/image" Target="/ppt/media/image2.png" Id="R9fe0fa44b9e14c0b" /><Relationship Type="http://schemas.openxmlformats.org/officeDocument/2006/relationships/notesSlide" Target="/ppt/notesSlides/notesSlide17.xml" Id="Rf209c5c3535240d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7ecbba20014e3d" /><Relationship Type="http://schemas.openxmlformats.org/officeDocument/2006/relationships/image" Target="/ppt/media/image2.png" Id="Rb21ec0c78c3247f2" /><Relationship Type="http://schemas.openxmlformats.org/officeDocument/2006/relationships/notesSlide" Target="/ppt/notesSlides/notesSlide18.xml" Id="R8200154a9f0a4c1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74c7ae18724eaf" /><Relationship Type="http://schemas.openxmlformats.org/officeDocument/2006/relationships/image" Target="/ppt/media/image2.png" Id="Rf3f81594ef624a8c" /><Relationship Type="http://schemas.openxmlformats.org/officeDocument/2006/relationships/notesSlide" Target="/ppt/notesSlides/notesSlide19.xml" Id="Rb4ea82de1f3b417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bf6126b86e47ec" /><Relationship Type="http://schemas.openxmlformats.org/officeDocument/2006/relationships/image" Target="/ppt/media/image2.png" Id="Re718aa0e271446c4" /><Relationship Type="http://schemas.openxmlformats.org/officeDocument/2006/relationships/notesSlide" Target="/ppt/notesSlides/notesSlide20.xml" Id="R0d1f72b564a8464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94a2a63eab4885" /><Relationship Type="http://schemas.openxmlformats.org/officeDocument/2006/relationships/image" Target="/ppt/media/image.png" Id="R75360a4509514069" /><Relationship Type="http://schemas.openxmlformats.org/officeDocument/2006/relationships/image" Target="/ppt/media/image2.png" Id="R86d539ecf2274dfa" /><Relationship Type="http://schemas.openxmlformats.org/officeDocument/2006/relationships/notesSlide" Target="/ppt/notesSlides/notesSlide21.xml" Id="Rc6181da9252c48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f0018079b244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8e798a2c2642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Statistika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Inferensial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Yudhie Andriyana, M.Sc., Ph.D.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Inferensial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Terapan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477d0158dc46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Statistika Inferensial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84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Mata kuliah ini membangun penguasaan statistika inferensial melalui teori, praktik komputasi, studi kasus, dan komunikasi ilmiah.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statistika inferensial dan peta mata kuliah…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bab 6. penaksiran interval pada data dan persoalan…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Sosial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Ekonomi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20988c506d46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statistika inferensial dan peta mata kuliah berdasarkan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bab 6. penaksiran interval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4f40dbc2df4e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Peta Mata Kuliah, Bab 1. Fondasi, Bab 2. Evaluasi, Bab 3.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4. Desain, Bab 5., Bab 6. Penaksiran, Bab 7. Pengujian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8. Penaksiran, Bab 9. Pendekatan, Bab 10. Pendekatan, Bab 11.…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12. Pengujian, Bab 13. Aplikasi, Bab 14. Studi, Kesimpulan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abd5e292234e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Statistika Inferensial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7b30a24440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4959db633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Peta Mata Kuliah, Bab 1. Fondasi, Bab 2. Evaluasi, Bab 3.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Mata Kuliah Berdasarkan RPS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Bab 1. Fondasi Statistika…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Bab 2. Evaluasi Sebuah Penaksiran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Peta Mata Kuliah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1. Fondasi Statistika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2. Evaluasi Sebuah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3. Optimalisasi Sebuah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4. Desain Pengumpulan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f9f2d0a6c4c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Bab 2. Evaluasi, Bab 3., Bab 4. Desain, Bab 5., Bab 6. Penaksiran, Bab 7. Pengujian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13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2. Evaluasi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dengan RPS Evaluasi estimator…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3.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dengan RPS Optimalisasi…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4. Desain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dengan RPS Pengaruh desain…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5.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dengan RPS Metode penaksiran…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6.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dengan RPS Konsep dan…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318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7. Pengujian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Keterkaitan dengan RPS Pengujian hipotesis…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Bias(θ)=E(θ)-θ, E(θ)=θ untuk estimator tak…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θ=T(X_1,,X_n), …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ebdbd378c74c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y_st=Σ_h=1^H W_h y_h, Var( y_st)=Σ_h=1^H…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4. Desain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Keterkaitan dengan…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5. Metode-Metode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Keterkaitan dengan…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6. Penaksiran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Keterkaitan dengan…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7. Pengujian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Keterkaitan dengan…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8. Penaksiran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Keterkaitan dengan…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a55623f2404c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θ=T(X_1,,X_n), …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6a7fb3bad7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6c7c6e32048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f1f55fd054c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Bab 8. Penaksiran, Bab 9. Pendekatan, Bab 10. Pendekatan, Bab 11. Evaluasi, Bab 12.…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θ=T(X_1,,X_n), 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1456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L(θ x)=Π_i=1^n f(x_iθ), (θ)=Σ_i=1^n f(x_iθ).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θ=T(X_1,,X_n), 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8. Penaksiran dan Pengujian pada…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9. Pendekatan Likelihood dalam…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10. Pendekatan Bayesian dalam…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11. Evaluasi Robustness dan…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12. Pengujian Hipotesis Lanjut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07559f5ad42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3e64b67ca4a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9. Pendekatan Likelihood dalam…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10. Pendekatan Bayesian dalam…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11. Evaluasi Robustness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12. Pengujian Hipotesis Lanjut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13. Aplikasi Komputasi dalam…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14. Studi Kasus Terintegrasi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d0c7ff8264e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e0fa44b9e14c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1ec0c78c3247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10. Pendekatan Bayesian dalam…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11. Evaluasi Robustness dan…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12. Pengujian Hipotesis Lanjut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13. Aplikasi Komputasi dalam…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14. Studi Kasus Terintegrasi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Kesimpulan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f81594ef624a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Peta Mata Kuliah…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1. Fondasi Statistika…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4. Desain Pengumpulan…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7. Pengujian…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9. Pendekatan…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14. Studi Kasus…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18aa0e271446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Statistika Inferensial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Jelaskan…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Jelaskan hubungan antara…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Dalam kasus…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Dalam kasus data outlier…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Jelaskan…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Jelaskan perbedaan confidence…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Bandingkan uji…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Bandingkan uji Wald, score…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Jelaskan makna…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Jelaskan makna p-value dengan…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60a45095140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d539ecf2274d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Statistika Inferensial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Statistika Inferensial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2026-06-22T07:45:23.5670000Z</dcterms:created>
  <dcterms:modified xsi:type="dcterms:W3CDTF">2026-06-22T07:45:23.5670000Z</dcterms:modified>
</coreProperties>
</file>