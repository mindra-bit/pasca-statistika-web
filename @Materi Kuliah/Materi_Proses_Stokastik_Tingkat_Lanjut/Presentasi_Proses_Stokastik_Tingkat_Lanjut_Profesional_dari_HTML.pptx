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f27d943abe458a" /><Relationship Type="http://schemas.openxmlformats.org/officeDocument/2006/relationships/extended-properties" Target="/docProps/app.xml" Id="R447bc368ce244087" /><Relationship Type="http://schemas.openxmlformats.org/officeDocument/2006/relationships/officeDocument" Target="/ppt/presentation.xml" Id="R4d9c644f8f1941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8a1384d2f442ab"/>
  </p:sldMasterIdLst>
  <p:notesMasterIdLst>
    <p:notesMasterId xmlns:r="http://schemas.openxmlformats.org/officeDocument/2006/relationships" r:id="Rc8d1d1cdfc314c84"/>
  </p:notesMasterIdLst>
  <p:sldIdLst>
    <p:sldId xmlns:r="http://schemas.openxmlformats.org/officeDocument/2006/relationships" id="256" r:id="Raf1422b4a411498e"/>
    <p:sldId xmlns:r="http://schemas.openxmlformats.org/officeDocument/2006/relationships" id="257" r:id="R5bd4f42009ff4e12"/>
    <p:sldId xmlns:r="http://schemas.openxmlformats.org/officeDocument/2006/relationships" id="258" r:id="R993ce92d2db24c19"/>
    <p:sldId xmlns:r="http://schemas.openxmlformats.org/officeDocument/2006/relationships" id="259" r:id="Rd0c8641775df43fa"/>
    <p:sldId xmlns:r="http://schemas.openxmlformats.org/officeDocument/2006/relationships" id="260" r:id="R0b70c6fc92c74940"/>
    <p:sldId xmlns:r="http://schemas.openxmlformats.org/officeDocument/2006/relationships" id="261" r:id="Rafefe8208eca4645"/>
    <p:sldId xmlns:r="http://schemas.openxmlformats.org/officeDocument/2006/relationships" id="262" r:id="Rd80f68438a134769"/>
    <p:sldId xmlns:r="http://schemas.openxmlformats.org/officeDocument/2006/relationships" id="263" r:id="R51829242d2fb4cc9"/>
    <p:sldId xmlns:r="http://schemas.openxmlformats.org/officeDocument/2006/relationships" id="264" r:id="R6cf1d3e1d86c45f5"/>
    <p:sldId xmlns:r="http://schemas.openxmlformats.org/officeDocument/2006/relationships" id="265" r:id="R7542715b68d24ed5"/>
    <p:sldId xmlns:r="http://schemas.openxmlformats.org/officeDocument/2006/relationships" id="266" r:id="R2071b9e933cd47b6"/>
    <p:sldId xmlns:r="http://schemas.openxmlformats.org/officeDocument/2006/relationships" id="267" r:id="R569c61055dc74f92"/>
    <p:sldId xmlns:r="http://schemas.openxmlformats.org/officeDocument/2006/relationships" id="268" r:id="Rcafe911c3eae4b08"/>
    <p:sldId xmlns:r="http://schemas.openxmlformats.org/officeDocument/2006/relationships" id="269" r:id="R79618be8ce2b4412"/>
    <p:sldId xmlns:r="http://schemas.openxmlformats.org/officeDocument/2006/relationships" id="270" r:id="R57effab7886e49e9"/>
    <p:sldId xmlns:r="http://schemas.openxmlformats.org/officeDocument/2006/relationships" id="271" r:id="R99fd42501fbe4cbe"/>
    <p:sldId xmlns:r="http://schemas.openxmlformats.org/officeDocument/2006/relationships" id="272" r:id="Ra19031a7e99a4cb8"/>
    <p:sldId xmlns:r="http://schemas.openxmlformats.org/officeDocument/2006/relationships" id="273" r:id="R29b6796d57a44ff5"/>
    <p:sldId xmlns:r="http://schemas.openxmlformats.org/officeDocument/2006/relationships" id="274" r:id="R708e47fc579942e5"/>
    <p:sldId xmlns:r="http://schemas.openxmlformats.org/officeDocument/2006/relationships" id="275" r:id="Ra40df8ba65804a71"/>
    <p:sldId xmlns:r="http://schemas.openxmlformats.org/officeDocument/2006/relationships" id="276" r:id="R4592a25928e74d6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ab64769a024c53" /><Relationship Type="http://schemas.openxmlformats.org/officeDocument/2006/relationships/slideMaster" Target="/ppt/slideMasters/slideMaster1.xml" Id="Rb88a1384d2f442ab" /><Relationship Type="http://schemas.openxmlformats.org/officeDocument/2006/relationships/notesMaster" Target="/ppt/notesMasters/notesMaster1.xml" Id="Rc8d1d1cdfc314c84" /><Relationship Type="http://schemas.openxmlformats.org/officeDocument/2006/relationships/presProps" Target="/ppt/presProps.xml" Id="R08ab377d223d47ad" /><Relationship Type="http://schemas.openxmlformats.org/officeDocument/2006/relationships/tableStyles" Target="/ppt/tableStyles.xml" Id="Reb5f6c97eb614ef4" /><Relationship Type="http://schemas.openxmlformats.org/officeDocument/2006/relationships/slide" Target="/ppt/slides/slide1.xml" Id="Raf1422b4a411498e" /><Relationship Type="http://schemas.openxmlformats.org/officeDocument/2006/relationships/slide" Target="/ppt/slides/slide2.xml" Id="R5bd4f42009ff4e12" /><Relationship Type="http://schemas.openxmlformats.org/officeDocument/2006/relationships/slide" Target="/ppt/slides/slide3.xml" Id="R993ce92d2db24c19" /><Relationship Type="http://schemas.openxmlformats.org/officeDocument/2006/relationships/slide" Target="/ppt/slides/slide4.xml" Id="Rd0c8641775df43fa" /><Relationship Type="http://schemas.openxmlformats.org/officeDocument/2006/relationships/slide" Target="/ppt/slides/slide5.xml" Id="R0b70c6fc92c74940" /><Relationship Type="http://schemas.openxmlformats.org/officeDocument/2006/relationships/slide" Target="/ppt/slides/slide6.xml" Id="Rafefe8208eca4645" /><Relationship Type="http://schemas.openxmlformats.org/officeDocument/2006/relationships/slide" Target="/ppt/slides/slide7.xml" Id="Rd80f68438a134769" /><Relationship Type="http://schemas.openxmlformats.org/officeDocument/2006/relationships/slide" Target="/ppt/slides/slide8.xml" Id="R51829242d2fb4cc9" /><Relationship Type="http://schemas.openxmlformats.org/officeDocument/2006/relationships/slide" Target="/ppt/slides/slide9.xml" Id="R6cf1d3e1d86c45f5" /><Relationship Type="http://schemas.openxmlformats.org/officeDocument/2006/relationships/slide" Target="/ppt/slides/slide10.xml" Id="R7542715b68d24ed5" /><Relationship Type="http://schemas.openxmlformats.org/officeDocument/2006/relationships/slide" Target="/ppt/slides/slide11.xml" Id="R2071b9e933cd47b6" /><Relationship Type="http://schemas.openxmlformats.org/officeDocument/2006/relationships/slide" Target="/ppt/slides/slide12.xml" Id="R569c61055dc74f92" /><Relationship Type="http://schemas.openxmlformats.org/officeDocument/2006/relationships/slide" Target="/ppt/slides/slide13.xml" Id="Rcafe911c3eae4b08" /><Relationship Type="http://schemas.openxmlformats.org/officeDocument/2006/relationships/slide" Target="/ppt/slides/slide14.xml" Id="R79618be8ce2b4412" /><Relationship Type="http://schemas.openxmlformats.org/officeDocument/2006/relationships/slide" Target="/ppt/slides/slide15.xml" Id="R57effab7886e49e9" /><Relationship Type="http://schemas.openxmlformats.org/officeDocument/2006/relationships/slide" Target="/ppt/slides/slide16.xml" Id="R99fd42501fbe4cbe" /><Relationship Type="http://schemas.openxmlformats.org/officeDocument/2006/relationships/slide" Target="/ppt/slides/slide17.xml" Id="Ra19031a7e99a4cb8" /><Relationship Type="http://schemas.openxmlformats.org/officeDocument/2006/relationships/slide" Target="/ppt/slides/slide18.xml" Id="R29b6796d57a44ff5" /><Relationship Type="http://schemas.openxmlformats.org/officeDocument/2006/relationships/slide" Target="/ppt/slides/slide19.xml" Id="R708e47fc579942e5" /><Relationship Type="http://schemas.openxmlformats.org/officeDocument/2006/relationships/slide" Target="/ppt/slides/slide20.xml" Id="Ra40df8ba65804a71" /><Relationship Type="http://schemas.openxmlformats.org/officeDocument/2006/relationships/slide" Target="/ppt/slides/slide21.xml" Id="R4592a25928e74d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9175cedbe74d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208da07f90483a" /><Relationship Type="http://schemas.openxmlformats.org/officeDocument/2006/relationships/notesMaster" Target="/ppt/notesMasters/notesMaster1.xml" Id="R25fd1957ca6945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7a7a3c4fab4df5" /><Relationship Type="http://schemas.openxmlformats.org/officeDocument/2006/relationships/notesMaster" Target="/ppt/notesMasters/notesMaster1.xml" Id="R1bb484cab9594b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caad59e7aa4b0a" /><Relationship Type="http://schemas.openxmlformats.org/officeDocument/2006/relationships/notesMaster" Target="/ppt/notesMasters/notesMaster1.xml" Id="R99c83bc9fb964a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bad3599b794b66" /><Relationship Type="http://schemas.openxmlformats.org/officeDocument/2006/relationships/notesMaster" Target="/ppt/notesMasters/notesMaster1.xml" Id="R5803d350dc8c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e1ec1083724575" /><Relationship Type="http://schemas.openxmlformats.org/officeDocument/2006/relationships/notesMaster" Target="/ppt/notesMasters/notesMaster1.xml" Id="R2902cede8f234c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ec08140e374767" /><Relationship Type="http://schemas.openxmlformats.org/officeDocument/2006/relationships/notesMaster" Target="/ppt/notesMasters/notesMaster1.xml" Id="Re3d3986c5ca34c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06ca77bdd451f" /><Relationship Type="http://schemas.openxmlformats.org/officeDocument/2006/relationships/notesMaster" Target="/ppt/notesMasters/notesMaster1.xml" Id="Rac9f9908b2d04e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64add6e59c4243" /><Relationship Type="http://schemas.openxmlformats.org/officeDocument/2006/relationships/notesMaster" Target="/ppt/notesMasters/notesMaster1.xml" Id="Re0e6c4dc63874f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d273c046d64a4a" /><Relationship Type="http://schemas.openxmlformats.org/officeDocument/2006/relationships/notesMaster" Target="/ppt/notesMasters/notesMaster1.xml" Id="R742d2bb648864c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04289e1e5243a9" /><Relationship Type="http://schemas.openxmlformats.org/officeDocument/2006/relationships/notesMaster" Target="/ppt/notesMasters/notesMaster1.xml" Id="R20a01f095f6649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79da4018cb432d" /><Relationship Type="http://schemas.openxmlformats.org/officeDocument/2006/relationships/notesMaster" Target="/ppt/notesMasters/notesMaster1.xml" Id="R73155a7f608940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7f953b89f54078" /><Relationship Type="http://schemas.openxmlformats.org/officeDocument/2006/relationships/notesMaster" Target="/ppt/notesMasters/notesMaster1.xml" Id="R45e152f7542f46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d3c0dca7ab4400" /><Relationship Type="http://schemas.openxmlformats.org/officeDocument/2006/relationships/notesMaster" Target="/ppt/notesMasters/notesMaster1.xml" Id="Rdf2c967702534b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5efd08513741a2" /><Relationship Type="http://schemas.openxmlformats.org/officeDocument/2006/relationships/notesMaster" Target="/ppt/notesMasters/notesMaster1.xml" Id="Ra8b1128cb988478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c84096ee014586" /><Relationship Type="http://schemas.openxmlformats.org/officeDocument/2006/relationships/notesMaster" Target="/ppt/notesMasters/notesMaster1.xml" Id="R414383a983244d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cff4f8e86843f8" /><Relationship Type="http://schemas.openxmlformats.org/officeDocument/2006/relationships/notesMaster" Target="/ppt/notesMasters/notesMaster1.xml" Id="R4f00ce112bca45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8e8dc23c28487d" /><Relationship Type="http://schemas.openxmlformats.org/officeDocument/2006/relationships/notesMaster" Target="/ppt/notesMasters/notesMaster1.xml" Id="Rc555e34520724d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c92103eb88e4804" /><Relationship Type="http://schemas.openxmlformats.org/officeDocument/2006/relationships/notesMaster" Target="/ppt/notesMasters/notesMaster1.xml" Id="R35362162645846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2341c2114b4d01" /><Relationship Type="http://schemas.openxmlformats.org/officeDocument/2006/relationships/notesMaster" Target="/ppt/notesMasters/notesMaster1.xml" Id="R1fc2593164f64d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1faaaf8f5e04da1" /><Relationship Type="http://schemas.openxmlformats.org/officeDocument/2006/relationships/notesMaster" Target="/ppt/notesMasters/notesMaster1.xml" Id="R841c218e9aff43e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b86707bbbd1478a" /><Relationship Type="http://schemas.openxmlformats.org/officeDocument/2006/relationships/notesMaster" Target="/ppt/notesMasters/notesMaster1.xml" Id="R0d719f7edd0749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c91a593eb43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a5219392da49e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842e3b00a040a4" /><Relationship Type="http://schemas.openxmlformats.org/officeDocument/2006/relationships/slideLayout" Target="/ppt/slideLayouts/slideLayout1.xml" Id="Re1039e8899a94e2e" /><Relationship Type="http://schemas.openxmlformats.org/officeDocument/2006/relationships/slideLayout" Target="/ppt/slideLayouts/slideLayout2.xml" Id="R4e7487bb204d4e1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039e8899a94e2e"/>
    <p:sldLayoutId xmlns:r="http://schemas.openxmlformats.org/officeDocument/2006/relationships" id="2147483650" r:id="R4e7487bb204d4e16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922bfbcd994da8" /><Relationship Type="http://schemas.openxmlformats.org/officeDocument/2006/relationships/image" Target="/ppt/media/image.png" Id="R04fef11559d34e38" /><Relationship Type="http://schemas.openxmlformats.org/officeDocument/2006/relationships/image" Target="/ppt/media/image2.png" Id="Rc9b594a1ea8c4880" /><Relationship Type="http://schemas.openxmlformats.org/officeDocument/2006/relationships/notesSlide" Target="/ppt/notesSlides/notesSlide1.xml" Id="R40e553c6bd8548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d3a15a99774bcb" /><Relationship Type="http://schemas.openxmlformats.org/officeDocument/2006/relationships/image" Target="/ppt/media/image2.png" Id="R4933bd145b6c4e79" /><Relationship Type="http://schemas.openxmlformats.org/officeDocument/2006/relationships/notesSlide" Target="/ppt/notesSlides/notesSlide2.xml" Id="R8776da4072404c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94216bb5694c14" /><Relationship Type="http://schemas.openxmlformats.org/officeDocument/2006/relationships/image" Target="/ppt/media/image2.png" Id="R767633b80d9e4485" /><Relationship Type="http://schemas.openxmlformats.org/officeDocument/2006/relationships/notesSlide" Target="/ppt/notesSlides/notesSlide3.xml" Id="R0e602afdefa146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e7962dd0de401f" /><Relationship Type="http://schemas.openxmlformats.org/officeDocument/2006/relationships/image" Target="/ppt/media/image2.png" Id="R63a9fd9485cb4133" /><Relationship Type="http://schemas.openxmlformats.org/officeDocument/2006/relationships/notesSlide" Target="/ppt/notesSlides/notesSlide4.xml" Id="R3960910522d647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06bff316ae4315" /><Relationship Type="http://schemas.openxmlformats.org/officeDocument/2006/relationships/image" Target="/ppt/media/image2.png" Id="R296af42279fe40a8" /><Relationship Type="http://schemas.openxmlformats.org/officeDocument/2006/relationships/notesSlide" Target="/ppt/notesSlides/notesSlide5.xml" Id="R1dd6c0b51a5a41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d42495f7a5420c" /><Relationship Type="http://schemas.openxmlformats.org/officeDocument/2006/relationships/image" Target="/ppt/media/image2.png" Id="R2cdc2fa1c2d448e4" /><Relationship Type="http://schemas.openxmlformats.org/officeDocument/2006/relationships/notesSlide" Target="/ppt/notesSlides/notesSlide6.xml" Id="R37f7e661612f4e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9d2344c1814162" /><Relationship Type="http://schemas.openxmlformats.org/officeDocument/2006/relationships/image" Target="/ppt/media/image2.png" Id="Rd5dfdd633c504b37" /><Relationship Type="http://schemas.openxmlformats.org/officeDocument/2006/relationships/notesSlide" Target="/ppt/notesSlides/notesSlide7.xml" Id="Rbebc039d969e47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35dcff626741d5" /><Relationship Type="http://schemas.openxmlformats.org/officeDocument/2006/relationships/image" Target="/ppt/media/image2.png" Id="R325b86d8b2a744c6" /><Relationship Type="http://schemas.openxmlformats.org/officeDocument/2006/relationships/notesSlide" Target="/ppt/notesSlides/notesSlide8.xml" Id="Rdafcb55819fe44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853f8e09a24674" /><Relationship Type="http://schemas.openxmlformats.org/officeDocument/2006/relationships/image" Target="/ppt/media/image2.png" Id="Rfb0279e005814ec0" /><Relationship Type="http://schemas.openxmlformats.org/officeDocument/2006/relationships/notesSlide" Target="/ppt/notesSlides/notesSlide9.xml" Id="R0ce83b41cf8e4a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f512c93e1f42cd" /><Relationship Type="http://schemas.openxmlformats.org/officeDocument/2006/relationships/image" Target="/ppt/media/image2.png" Id="Rbba937e4451245db" /><Relationship Type="http://schemas.openxmlformats.org/officeDocument/2006/relationships/notesSlide" Target="/ppt/notesSlides/notesSlide10.xml" Id="R3323a2fe7daa41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b6d92b8d344451" /><Relationship Type="http://schemas.openxmlformats.org/officeDocument/2006/relationships/image" Target="/ppt/media/image2.png" Id="R63bfe8a473c64df7" /><Relationship Type="http://schemas.openxmlformats.org/officeDocument/2006/relationships/notesSlide" Target="/ppt/notesSlides/notesSlide11.xml" Id="R70bd2f9bd26c4e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225bb1613447e3" /><Relationship Type="http://schemas.openxmlformats.org/officeDocument/2006/relationships/image" Target="/ppt/media/image2.png" Id="Rb1d54699cb9f4c3f" /><Relationship Type="http://schemas.openxmlformats.org/officeDocument/2006/relationships/notesSlide" Target="/ppt/notesSlides/notesSlide12.xml" Id="R7ca21186e6cc4fd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85154a10ee4003" /><Relationship Type="http://schemas.openxmlformats.org/officeDocument/2006/relationships/image" Target="/ppt/media/image2.png" Id="R63a1c9b76f914ebf" /><Relationship Type="http://schemas.openxmlformats.org/officeDocument/2006/relationships/notesSlide" Target="/ppt/notesSlides/notesSlide13.xml" Id="R5b4a12b084a84c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fd84661ba84b0c" /><Relationship Type="http://schemas.openxmlformats.org/officeDocument/2006/relationships/image" Target="/ppt/media/image2.png" Id="Rc33e244f82294c0a" /><Relationship Type="http://schemas.openxmlformats.org/officeDocument/2006/relationships/notesSlide" Target="/ppt/notesSlides/notesSlide14.xml" Id="R2bd7ec436f0a429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2cc9372e174428" /><Relationship Type="http://schemas.openxmlformats.org/officeDocument/2006/relationships/image" Target="/ppt/media/image2.png" Id="Rbd47c6d0a09d4d3f" /><Relationship Type="http://schemas.openxmlformats.org/officeDocument/2006/relationships/notesSlide" Target="/ppt/notesSlides/notesSlide15.xml" Id="R6d1b630f5aa9490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9b357f01b049d3" /><Relationship Type="http://schemas.openxmlformats.org/officeDocument/2006/relationships/image" Target="/ppt/media/image2.png" Id="R254d742d31fa4672" /><Relationship Type="http://schemas.openxmlformats.org/officeDocument/2006/relationships/notesSlide" Target="/ppt/notesSlides/notesSlide16.xml" Id="R50ff966d54394c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9b4b115d4421a" /><Relationship Type="http://schemas.openxmlformats.org/officeDocument/2006/relationships/image" Target="/ppt/media/image2.png" Id="R0e63638804ec4d9e" /><Relationship Type="http://schemas.openxmlformats.org/officeDocument/2006/relationships/notesSlide" Target="/ppt/notesSlides/notesSlide17.xml" Id="R8d094b8a608a4c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e1c5f9a79e4bc1" /><Relationship Type="http://schemas.openxmlformats.org/officeDocument/2006/relationships/image" Target="/ppt/media/image2.png" Id="R3b181876250f46b3" /><Relationship Type="http://schemas.openxmlformats.org/officeDocument/2006/relationships/notesSlide" Target="/ppt/notesSlides/notesSlide18.xml" Id="R2c11667338a1438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a2e41c2d914440" /><Relationship Type="http://schemas.openxmlformats.org/officeDocument/2006/relationships/image" Target="/ppt/media/image2.png" Id="R89fc478245924e77" /><Relationship Type="http://schemas.openxmlformats.org/officeDocument/2006/relationships/notesSlide" Target="/ppt/notesSlides/notesSlide19.xml" Id="Re3106f61f34a45e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a438ebce6f496a" /><Relationship Type="http://schemas.openxmlformats.org/officeDocument/2006/relationships/image" Target="/ppt/media/image2.png" Id="R873f4fd588a94c42" /><Relationship Type="http://schemas.openxmlformats.org/officeDocument/2006/relationships/notesSlide" Target="/ppt/notesSlides/notesSlide20.xml" Id="Rff7ba504f29240f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3ff46d6c4d4847" /><Relationship Type="http://schemas.openxmlformats.org/officeDocument/2006/relationships/image" Target="/ppt/media/image.png" Id="Rd29df7f22b3549b2" /><Relationship Type="http://schemas.openxmlformats.org/officeDocument/2006/relationships/image" Target="/ppt/media/image2.png" Id="R3e1ce3ce5f49419b" /><Relationship Type="http://schemas.openxmlformats.org/officeDocument/2006/relationships/notesSlide" Target="/ppt/notesSlides/notesSlide21.xml" Id="R068580f227e849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fef11559d34e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b594a1ea8c48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Proses Stokastik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Tingkat Lanjut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Irlandia Ginanjar,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Stokastik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3bd145b6c4e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Proses Stokastik Lanjut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Mata kuliah ini membangun penguasaan proses stokastik tingkat lanjut melalui teori, praktik komputasi, studi kasus, dan komunikasi ilmiah.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proses stokastik tingkat lanjut dan peluang…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uts: sintesis peluang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7633b80d9e44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proses stokastik tingkat lanjut dan peluang bersyarat dan hukum secara…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uts: sintesis peluang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9fd9485cb41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Peluang Bersyarat, Ekspektasi, Pengumpulan Data, Rantai Markov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Matriks Transisi, Distribusi Limit, UTS: Sintesis, Proses Poisson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Waktu, Proses Poisson, Proses, Proses Antrian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Renewal Process, Simulasi Monte, Industri, Proyek Akhir: Dari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af42279fe40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Proses Stokastik Lanjut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c2fa1c2d448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dfdd633c50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Peluang Bersyarat, Ekspektasi, Pengumpulan Data, Rantai Markov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Peluang Bersyarat dan Hukum…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Ekspektasi Bersyarat, Variansi…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Pengumpulan Data, Sampling, dan…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Peluang Bersyarat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Ekspektasi Bersyarat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Pengumpulan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Rantai Markov Diskrit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Matriks Transisi, Diagram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b86d8b2a7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Pengumpulan Data, Rantai Markov, Matriks Transisi, Distribusi Limit, UTS: Sintesis, Proses…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Pengumpulan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Pengumpulan Data, Sampling, dan Simulasi…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Rantai Markov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Rantai Markov Diskrit: Definisi, Asumsi…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Matriks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Matriks Transisi, Diagram Status, dan…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Distribusi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08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Distribusi Limit, Stasioneritas, dan Waktu…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UTS: Sintesis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UTS: Sintesis Peluang Bersyarat dan Rantai…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28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Proses Poisson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755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Proses Poisson: Kedatangan Acak dalam…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θ̂=(1)/(m)Σ_i=1^m g(X_i)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=, Σ_i _i=1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279e005814e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P^(n)=P^n, p_ij^(n)=P(X_n=j X_0=i)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Matriks Transisi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Matriks Transisi…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Distribusi Limit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Distribusi Limit…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UTS: Sintesis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UTS: Sintesis…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Proses Poisson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Proses Poisson…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Waktu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Waktu…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937e4451245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P(N(t)=n)=e^-λ t((λ t)^n)/(n!)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fe8a473c6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54699cb9f4c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1c9b76f914e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Waktu, Proses Poisson, Proses, Proses Antrian, Renewal Process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T_i Exponential(λ), S_n=Σ_i=1^nT_i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q_i,i+1=λ_i, q_i,i-1=μ_i, q_ii=-(λ_i+μ_i)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N(t)=:S_n t\, S_n=X_1+·s+X_n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Waktu Antar-Kedatangan, Superposisi,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Proses Poisson Majemuk dan Model Risiko…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Proses Kelahiran-Kematian dan Model…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Proses Antrian: M/M/1, M/M/c, dan Ukuran…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Renewal Process dan Analisis Waktu…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e244f8229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7c6d0a09d4d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Proses Poisson Majemuk dan Model…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Proses Kelahiran-Kematian dan Model…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Proses Antrian: M/M/1, M/M/c,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Renewal Process dan Analisis Waktu…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Simulasi Monte Carlo untuk Model…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Aplikasi Industri, Kesehatan…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d742d31fa46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3638804ec4d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81876250f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Proses Kelahiran-Kematian dan…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Proses Antrian: M/M/1, M/M/c, dan…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Renewal Process dan Analisis Waktu…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Simulasi Monte Carlo untuk Model…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Aplikasi Industri, Kesehatan…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Proyek Akhir: Dari Model ke Solusi…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c478245924e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Peluang Bersyarat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Ekspektasi Bersyarat…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Matriks Transisi, Diagram…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Proses Poisson…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Proses Poisson Majemuk…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Aplikasi Industri…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f4fd588a94c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Proses Stokastik Lanjut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df7f22b3549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1ce3ce5f49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Proses Stokastik Lanjut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Proses Stokastik Lanjut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2026-06-22T07:45:16.6220000Z</dcterms:created>
  <dcterms:modified xsi:type="dcterms:W3CDTF">2026-06-22T07:45:16.6220000Z</dcterms:modified>
</coreProperties>
</file>