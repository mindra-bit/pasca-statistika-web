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fc0966536a4f19" /><Relationship Type="http://schemas.openxmlformats.org/officeDocument/2006/relationships/extended-properties" Target="/docProps/app.xml" Id="Rd8a9d9350afe406c" /><Relationship Type="http://schemas.openxmlformats.org/officeDocument/2006/relationships/officeDocument" Target="/ppt/presentation.xml" Id="Rc5af20730ed040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fcb07402ce4cfc"/>
  </p:sldMasterIdLst>
  <p:notesMasterIdLst>
    <p:notesMasterId xmlns:r="http://schemas.openxmlformats.org/officeDocument/2006/relationships" r:id="R6024da659e2040bb"/>
  </p:notesMasterIdLst>
  <p:sldIdLst>
    <p:sldId xmlns:r="http://schemas.openxmlformats.org/officeDocument/2006/relationships" id="256" r:id="R99bc6430dd11487e"/>
    <p:sldId xmlns:r="http://schemas.openxmlformats.org/officeDocument/2006/relationships" id="257" r:id="R4758f096b7704009"/>
    <p:sldId xmlns:r="http://schemas.openxmlformats.org/officeDocument/2006/relationships" id="258" r:id="R68cbb7ebc9ee4f30"/>
    <p:sldId xmlns:r="http://schemas.openxmlformats.org/officeDocument/2006/relationships" id="259" r:id="R1b6097f6df254f57"/>
    <p:sldId xmlns:r="http://schemas.openxmlformats.org/officeDocument/2006/relationships" id="260" r:id="Rffaf5749ec39486f"/>
    <p:sldId xmlns:r="http://schemas.openxmlformats.org/officeDocument/2006/relationships" id="261" r:id="R3b02928520684936"/>
    <p:sldId xmlns:r="http://schemas.openxmlformats.org/officeDocument/2006/relationships" id="262" r:id="Rfcc8cedfed1e4e6a"/>
    <p:sldId xmlns:r="http://schemas.openxmlformats.org/officeDocument/2006/relationships" id="263" r:id="R2904c306cc034c3f"/>
    <p:sldId xmlns:r="http://schemas.openxmlformats.org/officeDocument/2006/relationships" id="264" r:id="Ra74de159a6f74ce0"/>
    <p:sldId xmlns:r="http://schemas.openxmlformats.org/officeDocument/2006/relationships" id="265" r:id="Rd863c28be4724e8f"/>
    <p:sldId xmlns:r="http://schemas.openxmlformats.org/officeDocument/2006/relationships" id="266" r:id="R31f6d67ff683454f"/>
    <p:sldId xmlns:r="http://schemas.openxmlformats.org/officeDocument/2006/relationships" id="267" r:id="R5b2664ae00f34cb0"/>
    <p:sldId xmlns:r="http://schemas.openxmlformats.org/officeDocument/2006/relationships" id="268" r:id="R696df67e8df44b22"/>
    <p:sldId xmlns:r="http://schemas.openxmlformats.org/officeDocument/2006/relationships" id="269" r:id="R446c264bf5e24efd"/>
    <p:sldId xmlns:r="http://schemas.openxmlformats.org/officeDocument/2006/relationships" id="270" r:id="R979ebb79723f42bd"/>
    <p:sldId xmlns:r="http://schemas.openxmlformats.org/officeDocument/2006/relationships" id="271" r:id="R41d302e9941e4603"/>
    <p:sldId xmlns:r="http://schemas.openxmlformats.org/officeDocument/2006/relationships" id="272" r:id="R72c223c4faad480a"/>
    <p:sldId xmlns:r="http://schemas.openxmlformats.org/officeDocument/2006/relationships" id="273" r:id="R341bdd84ca04451b"/>
    <p:sldId xmlns:r="http://schemas.openxmlformats.org/officeDocument/2006/relationships" id="274" r:id="Rc8f53b31fcad4bd7"/>
    <p:sldId xmlns:r="http://schemas.openxmlformats.org/officeDocument/2006/relationships" id="275" r:id="R94999842714649a5"/>
    <p:sldId xmlns:r="http://schemas.openxmlformats.org/officeDocument/2006/relationships" id="276" r:id="R9963e7f742bd49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c8035e9b5d4123" /><Relationship Type="http://schemas.openxmlformats.org/officeDocument/2006/relationships/slideMaster" Target="/ppt/slideMasters/slideMaster1.xml" Id="Rc1fcb07402ce4cfc" /><Relationship Type="http://schemas.openxmlformats.org/officeDocument/2006/relationships/notesMaster" Target="/ppt/notesMasters/notesMaster1.xml" Id="R6024da659e2040bb" /><Relationship Type="http://schemas.openxmlformats.org/officeDocument/2006/relationships/presProps" Target="/ppt/presProps.xml" Id="Rf4f47d7db2c34cb9" /><Relationship Type="http://schemas.openxmlformats.org/officeDocument/2006/relationships/tableStyles" Target="/ppt/tableStyles.xml" Id="R1250cebe011744ee" /><Relationship Type="http://schemas.openxmlformats.org/officeDocument/2006/relationships/slide" Target="/ppt/slides/slide1.xml" Id="R99bc6430dd11487e" /><Relationship Type="http://schemas.openxmlformats.org/officeDocument/2006/relationships/slide" Target="/ppt/slides/slide2.xml" Id="R4758f096b7704009" /><Relationship Type="http://schemas.openxmlformats.org/officeDocument/2006/relationships/slide" Target="/ppt/slides/slide3.xml" Id="R68cbb7ebc9ee4f30" /><Relationship Type="http://schemas.openxmlformats.org/officeDocument/2006/relationships/slide" Target="/ppt/slides/slide4.xml" Id="R1b6097f6df254f57" /><Relationship Type="http://schemas.openxmlformats.org/officeDocument/2006/relationships/slide" Target="/ppt/slides/slide5.xml" Id="Rffaf5749ec39486f" /><Relationship Type="http://schemas.openxmlformats.org/officeDocument/2006/relationships/slide" Target="/ppt/slides/slide6.xml" Id="R3b02928520684936" /><Relationship Type="http://schemas.openxmlformats.org/officeDocument/2006/relationships/slide" Target="/ppt/slides/slide7.xml" Id="Rfcc8cedfed1e4e6a" /><Relationship Type="http://schemas.openxmlformats.org/officeDocument/2006/relationships/slide" Target="/ppt/slides/slide8.xml" Id="R2904c306cc034c3f" /><Relationship Type="http://schemas.openxmlformats.org/officeDocument/2006/relationships/slide" Target="/ppt/slides/slide9.xml" Id="Ra74de159a6f74ce0" /><Relationship Type="http://schemas.openxmlformats.org/officeDocument/2006/relationships/slide" Target="/ppt/slides/slide10.xml" Id="Rd863c28be4724e8f" /><Relationship Type="http://schemas.openxmlformats.org/officeDocument/2006/relationships/slide" Target="/ppt/slides/slide11.xml" Id="R31f6d67ff683454f" /><Relationship Type="http://schemas.openxmlformats.org/officeDocument/2006/relationships/slide" Target="/ppt/slides/slide12.xml" Id="R5b2664ae00f34cb0" /><Relationship Type="http://schemas.openxmlformats.org/officeDocument/2006/relationships/slide" Target="/ppt/slides/slide13.xml" Id="R696df67e8df44b22" /><Relationship Type="http://schemas.openxmlformats.org/officeDocument/2006/relationships/slide" Target="/ppt/slides/slide14.xml" Id="R446c264bf5e24efd" /><Relationship Type="http://schemas.openxmlformats.org/officeDocument/2006/relationships/slide" Target="/ppt/slides/slide15.xml" Id="R979ebb79723f42bd" /><Relationship Type="http://schemas.openxmlformats.org/officeDocument/2006/relationships/slide" Target="/ppt/slides/slide16.xml" Id="R41d302e9941e4603" /><Relationship Type="http://schemas.openxmlformats.org/officeDocument/2006/relationships/slide" Target="/ppt/slides/slide17.xml" Id="R72c223c4faad480a" /><Relationship Type="http://schemas.openxmlformats.org/officeDocument/2006/relationships/slide" Target="/ppt/slides/slide18.xml" Id="R341bdd84ca04451b" /><Relationship Type="http://schemas.openxmlformats.org/officeDocument/2006/relationships/slide" Target="/ppt/slides/slide19.xml" Id="Rc8f53b31fcad4bd7" /><Relationship Type="http://schemas.openxmlformats.org/officeDocument/2006/relationships/slide" Target="/ppt/slides/slide20.xml" Id="R94999842714649a5" /><Relationship Type="http://schemas.openxmlformats.org/officeDocument/2006/relationships/slide" Target="/ppt/slides/slide21.xml" Id="R9963e7f742bd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b11b56910946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65e05eedbd4170" /><Relationship Type="http://schemas.openxmlformats.org/officeDocument/2006/relationships/notesMaster" Target="/ppt/notesMasters/notesMaster1.xml" Id="R62e2e439cd7e4f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4443fab6d94ddb" /><Relationship Type="http://schemas.openxmlformats.org/officeDocument/2006/relationships/notesMaster" Target="/ppt/notesMasters/notesMaster1.xml" Id="R8a9f75893456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22fef02ef54080" /><Relationship Type="http://schemas.openxmlformats.org/officeDocument/2006/relationships/notesMaster" Target="/ppt/notesMasters/notesMaster1.xml" Id="R78e22c392c7b46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d33d5fe2524b2f" /><Relationship Type="http://schemas.openxmlformats.org/officeDocument/2006/relationships/notesMaster" Target="/ppt/notesMasters/notesMaster1.xml" Id="R3a0e1d0158e645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b24ed7fffa4edb" /><Relationship Type="http://schemas.openxmlformats.org/officeDocument/2006/relationships/notesMaster" Target="/ppt/notesMasters/notesMaster1.xml" Id="Rec315aab52c144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954606250d43b9" /><Relationship Type="http://schemas.openxmlformats.org/officeDocument/2006/relationships/notesMaster" Target="/ppt/notesMasters/notesMaster1.xml" Id="Rd45a7afbca7b4b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ae71e106384bee" /><Relationship Type="http://schemas.openxmlformats.org/officeDocument/2006/relationships/notesMaster" Target="/ppt/notesMasters/notesMaster1.xml" Id="Rec55c2f7a84842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3a192f4a6d4789" /><Relationship Type="http://schemas.openxmlformats.org/officeDocument/2006/relationships/notesMaster" Target="/ppt/notesMasters/notesMaster1.xml" Id="Rdb1e4f4f73334a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59fba9c2e447f1" /><Relationship Type="http://schemas.openxmlformats.org/officeDocument/2006/relationships/notesMaster" Target="/ppt/notesMasters/notesMaster1.xml" Id="R59523b3122044c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0ee4f8041b4147" /><Relationship Type="http://schemas.openxmlformats.org/officeDocument/2006/relationships/notesMaster" Target="/ppt/notesMasters/notesMaster1.xml" Id="R16a6761aa16e4b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e307357b5049db" /><Relationship Type="http://schemas.openxmlformats.org/officeDocument/2006/relationships/notesMaster" Target="/ppt/notesMasters/notesMaster1.xml" Id="R1c06b1df7f9745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15649bf07948df" /><Relationship Type="http://schemas.openxmlformats.org/officeDocument/2006/relationships/notesMaster" Target="/ppt/notesMasters/notesMaster1.xml" Id="Ra631ecd0b97d47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4aaec3599b47ba" /><Relationship Type="http://schemas.openxmlformats.org/officeDocument/2006/relationships/notesMaster" Target="/ppt/notesMasters/notesMaster1.xml" Id="Rb893a8b8e6f548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52e3b720b144f1" /><Relationship Type="http://schemas.openxmlformats.org/officeDocument/2006/relationships/notesMaster" Target="/ppt/notesMasters/notesMaster1.xml" Id="R2d502089a27c40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12b7d4c0d04a43" /><Relationship Type="http://schemas.openxmlformats.org/officeDocument/2006/relationships/notesMaster" Target="/ppt/notesMasters/notesMaster1.xml" Id="R00636cc4ad544f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ae95d79bca42ba" /><Relationship Type="http://schemas.openxmlformats.org/officeDocument/2006/relationships/notesMaster" Target="/ppt/notesMasters/notesMaster1.xml" Id="R3f82267aaf7341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61fec34eba4854" /><Relationship Type="http://schemas.openxmlformats.org/officeDocument/2006/relationships/notesMaster" Target="/ppt/notesMasters/notesMaster1.xml" Id="R4f8c63d1f9824f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8c750137344da2" /><Relationship Type="http://schemas.openxmlformats.org/officeDocument/2006/relationships/notesMaster" Target="/ppt/notesMasters/notesMaster1.xml" Id="R5f6335b9046046f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71ba37a6cb4abb" /><Relationship Type="http://schemas.openxmlformats.org/officeDocument/2006/relationships/notesMaster" Target="/ppt/notesMasters/notesMaster1.xml" Id="Rf0381361ba4f41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b3cdf739744f8e" /><Relationship Type="http://schemas.openxmlformats.org/officeDocument/2006/relationships/notesMaster" Target="/ppt/notesMasters/notesMaster1.xml" Id="R46845b0b179d47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e57627bb354853" /><Relationship Type="http://schemas.openxmlformats.org/officeDocument/2006/relationships/notesMaster" Target="/ppt/notesMasters/notesMaster1.xml" Id="Re7570261ac534b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29be5fe944e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2f273f15b426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db932f5919473c" /><Relationship Type="http://schemas.openxmlformats.org/officeDocument/2006/relationships/slideLayout" Target="/ppt/slideLayouts/slideLayout1.xml" Id="Ra5b09598f1fd419a" /><Relationship Type="http://schemas.openxmlformats.org/officeDocument/2006/relationships/slideLayout" Target="/ppt/slideLayouts/slideLayout2.xml" Id="Rc7fb8b8a573f47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b09598f1fd419a"/>
    <p:sldLayoutId xmlns:r="http://schemas.openxmlformats.org/officeDocument/2006/relationships" id="2147483650" r:id="Rc7fb8b8a573f476e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383367ecfd430b" /><Relationship Type="http://schemas.openxmlformats.org/officeDocument/2006/relationships/image" Target="/ppt/media/image.png" Id="R84685cd564824269" /><Relationship Type="http://schemas.openxmlformats.org/officeDocument/2006/relationships/image" Target="/ppt/media/image2.png" Id="R0e6a01b8035b47b6" /><Relationship Type="http://schemas.openxmlformats.org/officeDocument/2006/relationships/notesSlide" Target="/ppt/notesSlides/notesSlide1.xml" Id="Ra1175ed5052348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b5a4bc320043ab" /><Relationship Type="http://schemas.openxmlformats.org/officeDocument/2006/relationships/image" Target="/ppt/media/image2.png" Id="R202f1190df0e4acc" /><Relationship Type="http://schemas.openxmlformats.org/officeDocument/2006/relationships/notesSlide" Target="/ppt/notesSlides/notesSlide2.xml" Id="R328b8e4574d14c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858807a7b74cfc" /><Relationship Type="http://schemas.openxmlformats.org/officeDocument/2006/relationships/image" Target="/ppt/media/image2.png" Id="Ree4b7909ade74e5c" /><Relationship Type="http://schemas.openxmlformats.org/officeDocument/2006/relationships/notesSlide" Target="/ppt/notesSlides/notesSlide3.xml" Id="R49df0cd095d540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230679038f4de7" /><Relationship Type="http://schemas.openxmlformats.org/officeDocument/2006/relationships/image" Target="/ppt/media/image2.png" Id="R6c8e4475184d4017" /><Relationship Type="http://schemas.openxmlformats.org/officeDocument/2006/relationships/notesSlide" Target="/ppt/notesSlides/notesSlide4.xml" Id="Rf1f5712340c34d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4301a11a1e4be6" /><Relationship Type="http://schemas.openxmlformats.org/officeDocument/2006/relationships/image" Target="/ppt/media/image2.png" Id="R2c9572ddad00429d" /><Relationship Type="http://schemas.openxmlformats.org/officeDocument/2006/relationships/notesSlide" Target="/ppt/notesSlides/notesSlide5.xml" Id="Re4f36f754a9840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3dbe4ac19414b" /><Relationship Type="http://schemas.openxmlformats.org/officeDocument/2006/relationships/image" Target="/ppt/media/image2.png" Id="Rbfda05340c524cb9" /><Relationship Type="http://schemas.openxmlformats.org/officeDocument/2006/relationships/notesSlide" Target="/ppt/notesSlides/notesSlide6.xml" Id="R54a329f3b96b42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7d706896be4827" /><Relationship Type="http://schemas.openxmlformats.org/officeDocument/2006/relationships/image" Target="/ppt/media/image2.png" Id="Raaabbeef065e4f4c" /><Relationship Type="http://schemas.openxmlformats.org/officeDocument/2006/relationships/notesSlide" Target="/ppt/notesSlides/notesSlide7.xml" Id="R1c8f1b01e9fd47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e973638f7440fc" /><Relationship Type="http://schemas.openxmlformats.org/officeDocument/2006/relationships/image" Target="/ppt/media/image2.png" Id="Ra2a804e930c54a8f" /><Relationship Type="http://schemas.openxmlformats.org/officeDocument/2006/relationships/notesSlide" Target="/ppt/notesSlides/notesSlide8.xml" Id="Ra75ffc4d93f944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6a3bfd9fe845cc" /><Relationship Type="http://schemas.openxmlformats.org/officeDocument/2006/relationships/image" Target="/ppt/media/image2.png" Id="Rdb291d6a1dd14c04" /><Relationship Type="http://schemas.openxmlformats.org/officeDocument/2006/relationships/notesSlide" Target="/ppt/notesSlides/notesSlide9.xml" Id="R7bb3b51fd6a84f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3e51b151514e81" /><Relationship Type="http://schemas.openxmlformats.org/officeDocument/2006/relationships/image" Target="/ppt/media/image2.png" Id="R9886833139774a0c" /><Relationship Type="http://schemas.openxmlformats.org/officeDocument/2006/relationships/notesSlide" Target="/ppt/notesSlides/notesSlide10.xml" Id="Ra5672ce0fbca43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fbf5d5fc2d4800" /><Relationship Type="http://schemas.openxmlformats.org/officeDocument/2006/relationships/image" Target="/ppt/media/image2.png" Id="R76c1621dc44d4b09" /><Relationship Type="http://schemas.openxmlformats.org/officeDocument/2006/relationships/notesSlide" Target="/ppt/notesSlides/notesSlide11.xml" Id="Rb127eb8dd54d4f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a17f10c0c946cd" /><Relationship Type="http://schemas.openxmlformats.org/officeDocument/2006/relationships/image" Target="/ppt/media/image2.png" Id="Rdc4603d8a4c84403" /><Relationship Type="http://schemas.openxmlformats.org/officeDocument/2006/relationships/notesSlide" Target="/ppt/notesSlides/notesSlide12.xml" Id="R733fe2d1ad4748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2a76124e534890" /><Relationship Type="http://schemas.openxmlformats.org/officeDocument/2006/relationships/image" Target="/ppt/media/image2.png" Id="R508c765c916542fc" /><Relationship Type="http://schemas.openxmlformats.org/officeDocument/2006/relationships/notesSlide" Target="/ppt/notesSlides/notesSlide13.xml" Id="R2ed5454a2dd846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962f00e212466f" /><Relationship Type="http://schemas.openxmlformats.org/officeDocument/2006/relationships/image" Target="/ppt/media/image2.png" Id="R747c17613b2a4b04" /><Relationship Type="http://schemas.openxmlformats.org/officeDocument/2006/relationships/notesSlide" Target="/ppt/notesSlides/notesSlide14.xml" Id="R1dd6344041eb45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6c814dd9b448ef" /><Relationship Type="http://schemas.openxmlformats.org/officeDocument/2006/relationships/image" Target="/ppt/media/image2.png" Id="Ra635427a0e2541a9" /><Relationship Type="http://schemas.openxmlformats.org/officeDocument/2006/relationships/notesSlide" Target="/ppt/notesSlides/notesSlide15.xml" Id="Ra7795fcbff1546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d4cc5aaf884874" /><Relationship Type="http://schemas.openxmlformats.org/officeDocument/2006/relationships/image" Target="/ppt/media/image2.png" Id="R0bedaaf34cbf4e07" /><Relationship Type="http://schemas.openxmlformats.org/officeDocument/2006/relationships/notesSlide" Target="/ppt/notesSlides/notesSlide16.xml" Id="Ra3716723930245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ac305bd07e48cd" /><Relationship Type="http://schemas.openxmlformats.org/officeDocument/2006/relationships/image" Target="/ppt/media/image2.png" Id="Ra4ba3ed618044cd2" /><Relationship Type="http://schemas.openxmlformats.org/officeDocument/2006/relationships/notesSlide" Target="/ppt/notesSlides/notesSlide17.xml" Id="Rbb108b7fb8b64e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608f3c994949c8" /><Relationship Type="http://schemas.openxmlformats.org/officeDocument/2006/relationships/image" Target="/ppt/media/image2.png" Id="R16785b8996aa42b7" /><Relationship Type="http://schemas.openxmlformats.org/officeDocument/2006/relationships/notesSlide" Target="/ppt/notesSlides/notesSlide18.xml" Id="R87b7bcb6248349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7f0339d69495c" /><Relationship Type="http://schemas.openxmlformats.org/officeDocument/2006/relationships/image" Target="/ppt/media/image2.png" Id="R0b6bb1718fbe4350" /><Relationship Type="http://schemas.openxmlformats.org/officeDocument/2006/relationships/notesSlide" Target="/ppt/notesSlides/notesSlide19.xml" Id="Rb39d72fc687841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61078e7c74e55" /><Relationship Type="http://schemas.openxmlformats.org/officeDocument/2006/relationships/image" Target="/ppt/media/image2.png" Id="Rd0b38d3ca19b4e10" /><Relationship Type="http://schemas.openxmlformats.org/officeDocument/2006/relationships/notesSlide" Target="/ppt/notesSlides/notesSlide20.xml" Id="R25bcfeb2e38842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3d6bd68cf14b6a" /><Relationship Type="http://schemas.openxmlformats.org/officeDocument/2006/relationships/image" Target="/ppt/media/image.png" Id="R7e9616972aa74a0b" /><Relationship Type="http://schemas.openxmlformats.org/officeDocument/2006/relationships/image" Target="/ppt/media/image2.png" Id="R2619e218b8c14650" /><Relationship Type="http://schemas.openxmlformats.org/officeDocument/2006/relationships/notesSlide" Target="/ppt/notesSlides/notesSlide21.xml" Id="Rfdb49a3133e94c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85cd564824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a01b8035b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Proses Stokastik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Tingkat Lanjut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Irlandia Ginanjar,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Stokastik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f1190df0e4a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Proses Stokastik Lanjut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84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Mata kuliah ini membangun penguasaan proses stokastik tingkat lanjut melalui teori, praktik komputasi, studi kasus, dan komunikasi ilmiah.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proses stokastik tingkat lanjut dan peluang…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uts: sintesis peluang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b7909ade74e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proses stokastik tingkat lanjut dan peluang bersyarat dan hukum secara…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uts: sintesis peluang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e4475184d40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Peluang Bersyarat, Ekspektasi, Pengumpulan Data, Rantai Markov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Matriks Transisi, Distribusi Limit, UTS: Sintesis, Proses Poisson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Waktu, Proses Poisson, Proses, Proses Antrian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Renewal Process, Simulasi Monte, Industri, Proyek Akhir: Dari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572ddad00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Proses Stokastik Lanjut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a05340c524c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bbeef065e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Peluang Bersyarat, Ekspektasi, Pengumpulan Data, Rantai Markov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Peluang Bersyarat dan Hukum…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Ekspektasi Bersyarat, Variansi…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Pengumpulan Data, Sampling, dan…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Peluang Bersyarat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Ekspektasi Bersyarat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Pengumpulan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Rantai Markov Diskrit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Matriks Transisi, Diagram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804e930c54a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Pengumpulan Data, Rantai Markov, Matriks Transisi, Distribusi Limit, UTS: Sintesis, Proses…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Pengumpulan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Pengumpulan Data, Sampling, dan Simulasi…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Rantai Markov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Rantai Markov Diskrit: Definisi, Asumsi…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Matriks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Matriks Transisi, Diagram Status, dan…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Distribusi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08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Distribusi Limit, Stasioneritas, dan Waktu…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UTS: Sintesis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UTS: Sintesis Peluang Bersyarat dan Rantai…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28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Proses Poisson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755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Proses Poisson: Kedatangan Acak dalam…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θ̂=(1)/(m)Σ_i=1^m g(X_i)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=, Σ_i _i=1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1d6a1dd14c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P^(n)=P^n, p_ij^(n)=P(X_n=j X_0=i)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Matriks Transisi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Matriks Transisi…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Distribusi Limit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Distribusi Limit…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UTS: Sintesis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UTS: Sintesis…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Proses Poisson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Proses Poisson…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Waktu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Waktu…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683313977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P(N(t)=n)=e^-λ t((λ t)^n)/(n!)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1621dc44d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603d8a4c84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c765c916542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Waktu, Proses Poisson, Proses, Proses Antrian, Renewal Process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T_i Exponential(λ), S_n=Σ_i=1^nT_i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q_i,i+1=λ_i, q_i,i-1=μ_i, q_ii=-(λ_i+μ_i)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N(t)=:S_n t\, S_n=X_1+·s+X_n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Waktu Antar-Kedatangan, Superposisi,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Proses Poisson Majemuk dan Model Risiko…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Proses Kelahiran-Kematian dan Model…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Proses Antrian: M/M/1, M/M/c, dan Ukuran…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Renewal Process dan Analisis Waktu…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c17613b2a4b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5427a0e2541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Proses Poisson Majemuk dan Model…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Proses Kelahiran-Kematian dan Model…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Proses Antrian: M/M/1, M/M/c,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Renewal Process dan Analisis Waktu…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Simulasi Monte Carlo untuk Model…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Aplikasi Industri, Kesehatan…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daaf34cbf4e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a3ed618044c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85b8996aa42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Proses Kelahiran-Kematian dan…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Proses Antrian: M/M/1, M/M/c, dan…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Renewal Process dan Analisis Waktu…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Simulasi Monte Carlo untuk Model…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Aplikasi Industri, Kesehatan…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Proyek Akhir: Dari Model ke Solusi…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bb1718fbe4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Peluang Bersyarat dan…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Ekspektasi Bersyarat…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Matriks Transisi, Diagram…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Proses Poisson…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Proses Poisson Majemuk…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Aplikasi Industri…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38d3ca19b4e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Proses Stokastik Lanjut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Asumsi apa yang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 krusial…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memilih antara…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hasil…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hasil model dianggap…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mendeteksi bias…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616972aa7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9e218b8c14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Proses Stokastik Lanjut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Proses Stokastik Tingkat Lanjut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2026-07-26T23:34:27.5200000Z</dcterms:created>
  <dcterms:modified xsi:type="dcterms:W3CDTF">2026-07-26T23:34:27.5200000Z</dcterms:modified>
</coreProperties>
</file>