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973c01c7594c89" /><Relationship Type="http://schemas.openxmlformats.org/officeDocument/2006/relationships/extended-properties" Target="/docProps/app.xml" Id="Rfcabfd0bb35f4f07" /><Relationship Type="http://schemas.openxmlformats.org/officeDocument/2006/relationships/officeDocument" Target="/ppt/presentation.xml" Id="Rf9a76fe115084a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a92c93d13b437f"/>
  </p:sldMasterIdLst>
  <p:notesMasterIdLst>
    <p:notesMasterId xmlns:r="http://schemas.openxmlformats.org/officeDocument/2006/relationships" r:id="R9e6fc357048a4145"/>
  </p:notesMasterIdLst>
  <p:sldIdLst>
    <p:sldId xmlns:r="http://schemas.openxmlformats.org/officeDocument/2006/relationships" id="256" r:id="Re0d097e7874442b8"/>
    <p:sldId xmlns:r="http://schemas.openxmlformats.org/officeDocument/2006/relationships" id="257" r:id="Rf9a004730c3d4120"/>
    <p:sldId xmlns:r="http://schemas.openxmlformats.org/officeDocument/2006/relationships" id="258" r:id="Re565f845255f4182"/>
    <p:sldId xmlns:r="http://schemas.openxmlformats.org/officeDocument/2006/relationships" id="259" r:id="Ref0fd55c747c4846"/>
    <p:sldId xmlns:r="http://schemas.openxmlformats.org/officeDocument/2006/relationships" id="260" r:id="R36259178cf704042"/>
    <p:sldId xmlns:r="http://schemas.openxmlformats.org/officeDocument/2006/relationships" id="261" r:id="Rc72cf3d0f68c42ca"/>
    <p:sldId xmlns:r="http://schemas.openxmlformats.org/officeDocument/2006/relationships" id="262" r:id="R8329cfccb0a649a3"/>
    <p:sldId xmlns:r="http://schemas.openxmlformats.org/officeDocument/2006/relationships" id="263" r:id="R07bb9c67ec5c4750"/>
    <p:sldId xmlns:r="http://schemas.openxmlformats.org/officeDocument/2006/relationships" id="264" r:id="Rca84c26d52cd41d2"/>
    <p:sldId xmlns:r="http://schemas.openxmlformats.org/officeDocument/2006/relationships" id="265" r:id="Ra9fe03e0311448d8"/>
    <p:sldId xmlns:r="http://schemas.openxmlformats.org/officeDocument/2006/relationships" id="266" r:id="R6f0a69c8b494448f"/>
    <p:sldId xmlns:r="http://schemas.openxmlformats.org/officeDocument/2006/relationships" id="267" r:id="R997ddfd5a73840e6"/>
    <p:sldId xmlns:r="http://schemas.openxmlformats.org/officeDocument/2006/relationships" id="268" r:id="R01cabf6d5d794e59"/>
    <p:sldId xmlns:r="http://schemas.openxmlformats.org/officeDocument/2006/relationships" id="269" r:id="R730f347882a0497b"/>
    <p:sldId xmlns:r="http://schemas.openxmlformats.org/officeDocument/2006/relationships" id="270" r:id="Rf1a48f78a1984721"/>
    <p:sldId xmlns:r="http://schemas.openxmlformats.org/officeDocument/2006/relationships" id="271" r:id="R15d79a3c82f44211"/>
    <p:sldId xmlns:r="http://schemas.openxmlformats.org/officeDocument/2006/relationships" id="272" r:id="R301ddf2762324098"/>
    <p:sldId xmlns:r="http://schemas.openxmlformats.org/officeDocument/2006/relationships" id="273" r:id="R1ac1ac29ad6a4ae3"/>
    <p:sldId xmlns:r="http://schemas.openxmlformats.org/officeDocument/2006/relationships" id="274" r:id="R28b64bdbabb14c38"/>
    <p:sldId xmlns:r="http://schemas.openxmlformats.org/officeDocument/2006/relationships" id="275" r:id="Ra9a959f6dd5e405e"/>
    <p:sldId xmlns:r="http://schemas.openxmlformats.org/officeDocument/2006/relationships" id="276" r:id="R086dd4a19e88410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c73f3ec7444e79" /><Relationship Type="http://schemas.openxmlformats.org/officeDocument/2006/relationships/slideMaster" Target="/ppt/slideMasters/slideMaster1.xml" Id="Rc8a92c93d13b437f" /><Relationship Type="http://schemas.openxmlformats.org/officeDocument/2006/relationships/notesMaster" Target="/ppt/notesMasters/notesMaster1.xml" Id="R9e6fc357048a4145" /><Relationship Type="http://schemas.openxmlformats.org/officeDocument/2006/relationships/presProps" Target="/ppt/presProps.xml" Id="R6261241ea8204d83" /><Relationship Type="http://schemas.openxmlformats.org/officeDocument/2006/relationships/tableStyles" Target="/ppt/tableStyles.xml" Id="Rfb69e817e5274d8d" /><Relationship Type="http://schemas.openxmlformats.org/officeDocument/2006/relationships/slide" Target="/ppt/slides/slide1.xml" Id="Re0d097e7874442b8" /><Relationship Type="http://schemas.openxmlformats.org/officeDocument/2006/relationships/slide" Target="/ppt/slides/slide2.xml" Id="Rf9a004730c3d4120" /><Relationship Type="http://schemas.openxmlformats.org/officeDocument/2006/relationships/slide" Target="/ppt/slides/slide3.xml" Id="Re565f845255f4182" /><Relationship Type="http://schemas.openxmlformats.org/officeDocument/2006/relationships/slide" Target="/ppt/slides/slide4.xml" Id="Ref0fd55c747c4846" /><Relationship Type="http://schemas.openxmlformats.org/officeDocument/2006/relationships/slide" Target="/ppt/slides/slide5.xml" Id="R36259178cf704042" /><Relationship Type="http://schemas.openxmlformats.org/officeDocument/2006/relationships/slide" Target="/ppt/slides/slide6.xml" Id="Rc72cf3d0f68c42ca" /><Relationship Type="http://schemas.openxmlformats.org/officeDocument/2006/relationships/slide" Target="/ppt/slides/slide7.xml" Id="R8329cfccb0a649a3" /><Relationship Type="http://schemas.openxmlformats.org/officeDocument/2006/relationships/slide" Target="/ppt/slides/slide8.xml" Id="R07bb9c67ec5c4750" /><Relationship Type="http://schemas.openxmlformats.org/officeDocument/2006/relationships/slide" Target="/ppt/slides/slide9.xml" Id="Rca84c26d52cd41d2" /><Relationship Type="http://schemas.openxmlformats.org/officeDocument/2006/relationships/slide" Target="/ppt/slides/slide10.xml" Id="Ra9fe03e0311448d8" /><Relationship Type="http://schemas.openxmlformats.org/officeDocument/2006/relationships/slide" Target="/ppt/slides/slide11.xml" Id="R6f0a69c8b494448f" /><Relationship Type="http://schemas.openxmlformats.org/officeDocument/2006/relationships/slide" Target="/ppt/slides/slide12.xml" Id="R997ddfd5a73840e6" /><Relationship Type="http://schemas.openxmlformats.org/officeDocument/2006/relationships/slide" Target="/ppt/slides/slide13.xml" Id="R01cabf6d5d794e59" /><Relationship Type="http://schemas.openxmlformats.org/officeDocument/2006/relationships/slide" Target="/ppt/slides/slide14.xml" Id="R730f347882a0497b" /><Relationship Type="http://schemas.openxmlformats.org/officeDocument/2006/relationships/slide" Target="/ppt/slides/slide15.xml" Id="Rf1a48f78a1984721" /><Relationship Type="http://schemas.openxmlformats.org/officeDocument/2006/relationships/slide" Target="/ppt/slides/slide16.xml" Id="R15d79a3c82f44211" /><Relationship Type="http://schemas.openxmlformats.org/officeDocument/2006/relationships/slide" Target="/ppt/slides/slide17.xml" Id="R301ddf2762324098" /><Relationship Type="http://schemas.openxmlformats.org/officeDocument/2006/relationships/slide" Target="/ppt/slides/slide18.xml" Id="R1ac1ac29ad6a4ae3" /><Relationship Type="http://schemas.openxmlformats.org/officeDocument/2006/relationships/slide" Target="/ppt/slides/slide19.xml" Id="R28b64bdbabb14c38" /><Relationship Type="http://schemas.openxmlformats.org/officeDocument/2006/relationships/slide" Target="/ppt/slides/slide20.xml" Id="Ra9a959f6dd5e405e" /><Relationship Type="http://schemas.openxmlformats.org/officeDocument/2006/relationships/slide" Target="/ppt/slides/slide21.xml" Id="R086dd4a19e8841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5ee78d2e8d40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19d885086f44d9" /><Relationship Type="http://schemas.openxmlformats.org/officeDocument/2006/relationships/notesMaster" Target="/ppt/notesMasters/notesMaster1.xml" Id="R3ef48f1d765346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84c57a958b4fd9" /><Relationship Type="http://schemas.openxmlformats.org/officeDocument/2006/relationships/notesMaster" Target="/ppt/notesMasters/notesMaster1.xml" Id="Rde26cc66fa0044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2cc26a91f44eef" /><Relationship Type="http://schemas.openxmlformats.org/officeDocument/2006/relationships/notesMaster" Target="/ppt/notesMasters/notesMaster1.xml" Id="Rb7eac2c532524d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e7264abda142db" /><Relationship Type="http://schemas.openxmlformats.org/officeDocument/2006/relationships/notesMaster" Target="/ppt/notesMasters/notesMaster1.xml" Id="R12304a5e38f44e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a00da5f5194fa4" /><Relationship Type="http://schemas.openxmlformats.org/officeDocument/2006/relationships/notesMaster" Target="/ppt/notesMasters/notesMaster1.xml" Id="R321abe32bc9644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383512a6484449" /><Relationship Type="http://schemas.openxmlformats.org/officeDocument/2006/relationships/notesMaster" Target="/ppt/notesMasters/notesMaster1.xml" Id="R4c8a605405134f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ffc976fbf14911" /><Relationship Type="http://schemas.openxmlformats.org/officeDocument/2006/relationships/notesMaster" Target="/ppt/notesMasters/notesMaster1.xml" Id="Rcd96725dfbd142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6b004fd88147e2" /><Relationship Type="http://schemas.openxmlformats.org/officeDocument/2006/relationships/notesMaster" Target="/ppt/notesMasters/notesMaster1.xml" Id="Rd5ef4217810641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574055f1724213" /><Relationship Type="http://schemas.openxmlformats.org/officeDocument/2006/relationships/notesMaster" Target="/ppt/notesMasters/notesMaster1.xml" Id="R633208fc032b4a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b5e9d101024ea1" /><Relationship Type="http://schemas.openxmlformats.org/officeDocument/2006/relationships/notesMaster" Target="/ppt/notesMasters/notesMaster1.xml" Id="R37a52287c7c544f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537f74cca246e4" /><Relationship Type="http://schemas.openxmlformats.org/officeDocument/2006/relationships/notesMaster" Target="/ppt/notesMasters/notesMaster1.xml" Id="Re28bd3e5f4f147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394c28d951c4a36" /><Relationship Type="http://schemas.openxmlformats.org/officeDocument/2006/relationships/notesMaster" Target="/ppt/notesMasters/notesMaster1.xml" Id="Rccad65ab1f434f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c792cc617f64ad8" /><Relationship Type="http://schemas.openxmlformats.org/officeDocument/2006/relationships/notesMaster" Target="/ppt/notesMasters/notesMaster1.xml" Id="Rf79135093fc04c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e6827859624c02" /><Relationship Type="http://schemas.openxmlformats.org/officeDocument/2006/relationships/notesMaster" Target="/ppt/notesMasters/notesMaster1.xml" Id="R3cd175ea5a3b4e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e8198a6adc54599" /><Relationship Type="http://schemas.openxmlformats.org/officeDocument/2006/relationships/notesMaster" Target="/ppt/notesMasters/notesMaster1.xml" Id="R73cb7ebd9ce146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aa42635680c418d" /><Relationship Type="http://schemas.openxmlformats.org/officeDocument/2006/relationships/notesMaster" Target="/ppt/notesMasters/notesMaster1.xml" Id="R6b334b95aa314c7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95af07562564bd6" /><Relationship Type="http://schemas.openxmlformats.org/officeDocument/2006/relationships/notesMaster" Target="/ppt/notesMasters/notesMaster1.xml" Id="R6bb9ac8f8e0e4e6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324cff4f36c4002" /><Relationship Type="http://schemas.openxmlformats.org/officeDocument/2006/relationships/notesMaster" Target="/ppt/notesMasters/notesMaster1.xml" Id="R1f8a90e773f44e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4110b6ec52d486e" /><Relationship Type="http://schemas.openxmlformats.org/officeDocument/2006/relationships/notesMaster" Target="/ppt/notesMasters/notesMaster1.xml" Id="R9492a4f60b6d49f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4d3914bd09a45f0" /><Relationship Type="http://schemas.openxmlformats.org/officeDocument/2006/relationships/notesMaster" Target="/ppt/notesMasters/notesMaster1.xml" Id="R5d9037408195445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0e7334d58fa4ec4" /><Relationship Type="http://schemas.openxmlformats.org/officeDocument/2006/relationships/notesMaster" Target="/ppt/notesMasters/notesMaster1.xml" Id="Rc9e976871d8948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041e335b05499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9743b05734b8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743b31a5e34a57" /><Relationship Type="http://schemas.openxmlformats.org/officeDocument/2006/relationships/slideLayout" Target="/ppt/slideLayouts/slideLayout1.xml" Id="R4fe5a688424f410b" /><Relationship Type="http://schemas.openxmlformats.org/officeDocument/2006/relationships/slideLayout" Target="/ppt/slideLayouts/slideLayout2.xml" Id="R3f7b83009d8742d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e5a688424f410b"/>
    <p:sldLayoutId xmlns:r="http://schemas.openxmlformats.org/officeDocument/2006/relationships" id="2147483650" r:id="R3f7b83009d8742da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b69e016daf41ca" /><Relationship Type="http://schemas.openxmlformats.org/officeDocument/2006/relationships/image" Target="/ppt/media/image.png" Id="R2423471801a24077" /><Relationship Type="http://schemas.openxmlformats.org/officeDocument/2006/relationships/image" Target="/ppt/media/image2.png" Id="R10b93a8af4794bb0" /><Relationship Type="http://schemas.openxmlformats.org/officeDocument/2006/relationships/notesSlide" Target="/ppt/notesSlides/notesSlide1.xml" Id="R981cf12c58e04e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f2936ce5294344" /><Relationship Type="http://schemas.openxmlformats.org/officeDocument/2006/relationships/image" Target="/ppt/media/image2.png" Id="Re511747c7c784399" /><Relationship Type="http://schemas.openxmlformats.org/officeDocument/2006/relationships/notesSlide" Target="/ppt/notesSlides/notesSlide2.xml" Id="Reca19158019f40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07909844354291" /><Relationship Type="http://schemas.openxmlformats.org/officeDocument/2006/relationships/image" Target="/ppt/media/image2.png" Id="Rd28eb82282fb475c" /><Relationship Type="http://schemas.openxmlformats.org/officeDocument/2006/relationships/notesSlide" Target="/ppt/notesSlides/notesSlide3.xml" Id="Rb24113f7e34842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f96b10ae0e4713" /><Relationship Type="http://schemas.openxmlformats.org/officeDocument/2006/relationships/image" Target="/ppt/media/image2.png" Id="Rb8a2363ca092452b" /><Relationship Type="http://schemas.openxmlformats.org/officeDocument/2006/relationships/notesSlide" Target="/ppt/notesSlides/notesSlide4.xml" Id="R7da8914c6ff54a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40a5f27d294a41" /><Relationship Type="http://schemas.openxmlformats.org/officeDocument/2006/relationships/image" Target="/ppt/media/image2.png" Id="R40439265ce1a4191" /><Relationship Type="http://schemas.openxmlformats.org/officeDocument/2006/relationships/notesSlide" Target="/ppt/notesSlides/notesSlide5.xml" Id="R5083894464bd42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ae02591d3749dc" /><Relationship Type="http://schemas.openxmlformats.org/officeDocument/2006/relationships/image" Target="/ppt/media/image2.png" Id="R9d98d538ad834763" /><Relationship Type="http://schemas.openxmlformats.org/officeDocument/2006/relationships/notesSlide" Target="/ppt/notesSlides/notesSlide6.xml" Id="R5b1141f0dccd45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bfbc61b8bc4a37" /><Relationship Type="http://schemas.openxmlformats.org/officeDocument/2006/relationships/image" Target="/ppt/media/image2.png" Id="Re1dbd931b823447d" /><Relationship Type="http://schemas.openxmlformats.org/officeDocument/2006/relationships/notesSlide" Target="/ppt/notesSlides/notesSlide7.xml" Id="R6456357cb9d74f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62ae29c4a34a38" /><Relationship Type="http://schemas.openxmlformats.org/officeDocument/2006/relationships/image" Target="/ppt/media/image2.png" Id="Rea8b61df37764e64" /><Relationship Type="http://schemas.openxmlformats.org/officeDocument/2006/relationships/notesSlide" Target="/ppt/notesSlides/notesSlide8.xml" Id="R05f76bb5a06249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4680857c5042fb" /><Relationship Type="http://schemas.openxmlformats.org/officeDocument/2006/relationships/image" Target="/ppt/media/image2.png" Id="R5a969cfc498a461c" /><Relationship Type="http://schemas.openxmlformats.org/officeDocument/2006/relationships/notesSlide" Target="/ppt/notesSlides/notesSlide9.xml" Id="Ra159fc319a1e48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46bff0430e4906" /><Relationship Type="http://schemas.openxmlformats.org/officeDocument/2006/relationships/image" Target="/ppt/media/image2.png" Id="Rb73fed4fe1a3482b" /><Relationship Type="http://schemas.openxmlformats.org/officeDocument/2006/relationships/notesSlide" Target="/ppt/notesSlides/notesSlide10.xml" Id="R751a5b1070ba47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bc8b4f6ad94cd1" /><Relationship Type="http://schemas.openxmlformats.org/officeDocument/2006/relationships/image" Target="/ppt/media/image2.png" Id="R5e9c7e2a37584c00" /><Relationship Type="http://schemas.openxmlformats.org/officeDocument/2006/relationships/notesSlide" Target="/ppt/notesSlides/notesSlide11.xml" Id="R91c3bccbb43044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de9526d4e34c41" /><Relationship Type="http://schemas.openxmlformats.org/officeDocument/2006/relationships/image" Target="/ppt/media/image2.png" Id="R667f4ede4633452b" /><Relationship Type="http://schemas.openxmlformats.org/officeDocument/2006/relationships/notesSlide" Target="/ppt/notesSlides/notesSlide12.xml" Id="Rf9a023fc923243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3b956f2f8d4513" /><Relationship Type="http://schemas.openxmlformats.org/officeDocument/2006/relationships/image" Target="/ppt/media/image2.png" Id="Rb31d1dd521584d67" /><Relationship Type="http://schemas.openxmlformats.org/officeDocument/2006/relationships/notesSlide" Target="/ppt/notesSlides/notesSlide13.xml" Id="R0bf23ec09e6a49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4b653c6e5b4336" /><Relationship Type="http://schemas.openxmlformats.org/officeDocument/2006/relationships/image" Target="/ppt/media/image2.png" Id="R42edd90d93df4a75" /><Relationship Type="http://schemas.openxmlformats.org/officeDocument/2006/relationships/notesSlide" Target="/ppt/notesSlides/notesSlide14.xml" Id="R78a4cdaa76de402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839cbe4cf248d9" /><Relationship Type="http://schemas.openxmlformats.org/officeDocument/2006/relationships/image" Target="/ppt/media/image2.png" Id="R90f4089950244834" /><Relationship Type="http://schemas.openxmlformats.org/officeDocument/2006/relationships/notesSlide" Target="/ppt/notesSlides/notesSlide15.xml" Id="Re601bf7b5556426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cf1e51120747a8" /><Relationship Type="http://schemas.openxmlformats.org/officeDocument/2006/relationships/image" Target="/ppt/media/image2.png" Id="Ra6a466b766b94c96" /><Relationship Type="http://schemas.openxmlformats.org/officeDocument/2006/relationships/notesSlide" Target="/ppt/notesSlides/notesSlide16.xml" Id="R9f49a47c71234c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b62d16ed95488a" /><Relationship Type="http://schemas.openxmlformats.org/officeDocument/2006/relationships/image" Target="/ppt/media/image2.png" Id="Rc69cc9132d8e4df9" /><Relationship Type="http://schemas.openxmlformats.org/officeDocument/2006/relationships/notesSlide" Target="/ppt/notesSlides/notesSlide17.xml" Id="Rf9fa40dd07504ca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6104e67aa94ade" /><Relationship Type="http://schemas.openxmlformats.org/officeDocument/2006/relationships/image" Target="/ppt/media/image2.png" Id="R19e0b6e851e34f12" /><Relationship Type="http://schemas.openxmlformats.org/officeDocument/2006/relationships/notesSlide" Target="/ppt/notesSlides/notesSlide18.xml" Id="R0c5ba51696694ff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d39fb1c07d49e1" /><Relationship Type="http://schemas.openxmlformats.org/officeDocument/2006/relationships/image" Target="/ppt/media/image2.png" Id="R9ff57b502173423e" /><Relationship Type="http://schemas.openxmlformats.org/officeDocument/2006/relationships/notesSlide" Target="/ppt/notesSlides/notesSlide19.xml" Id="R5e0e32ed0db7490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0ed4940e4e4deb" /><Relationship Type="http://schemas.openxmlformats.org/officeDocument/2006/relationships/image" Target="/ppt/media/image2.png" Id="Rdaa103fa56194e48" /><Relationship Type="http://schemas.openxmlformats.org/officeDocument/2006/relationships/notesSlide" Target="/ppt/notesSlides/notesSlide20.xml" Id="Rad7231d7ec5d486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29b08850ba45e0" /><Relationship Type="http://schemas.openxmlformats.org/officeDocument/2006/relationships/image" Target="/ppt/media/image.png" Id="Rb8fb249e7fd94669" /><Relationship Type="http://schemas.openxmlformats.org/officeDocument/2006/relationships/image" Target="/ppt/media/image2.png" Id="R0e142d4a8c074a70" /><Relationship Type="http://schemas.openxmlformats.org/officeDocument/2006/relationships/notesSlide" Target="/ppt/notesSlides/notesSlide21.xml" Id="R0026a66b38ba46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3471801a24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b93a8af479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Basis Data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Bertho Tantular,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Basis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747c7c7843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Basis Data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66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ini membahas pendahuluan sistem basis data untuk riset statistik dalam konteks riset kesehatan masyarakat, survei sosial, aktuaria, dan sains data.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basis data dan pendahuluan sistem basis secara…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optimasi query dan indeks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Riset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Bisnis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8eb82282fb47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basis data dan pendahuluan sistem basis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optimasi query dan indeks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a2363ca092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Sistem, Kebutuhan Data dan, Data Relasional, Arsitektur…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Aljabar Relasional, SQL/MySQL, Optimasi Query dan, UTS: Proyek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Manipulasi, ETL: Extract, Integrasi Basis, Web Basis Data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Evaluasi Kualitas, Keamanan, Privasi, Interoperabilitas, UAS: Presentasi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439265ce1a41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Basis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8d538ad8347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bd931b82344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 Sistem, Kebutuhan Data dan, Data Relasional, Arsitektur Basis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66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Sistem Basis Data…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Analisis Kebutuhan Data dan…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Model Data Relasional, ERD…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Sistem Basis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Kebutuhan Data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Relasional, ERD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Arsitektur Basis Data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Aljabar Relasional dan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b61df37764e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 Relasional, Arsitektur Basis, Aljabar Relasional, SQL/MySQL, Optimasi Query dan, UTS…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20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Data Relasional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Basis Data Statistik S2…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788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Arsitektur Basis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Basis Data Statistik S2…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Aljabar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Basis Data Statistik S2…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SQL/MySQL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Basis Data Statistik S2…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08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Optimasi Query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Basis Data Statistik S2…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Proyek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SubCPMK1-2 Basis Data Statistik S2…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Arsitektur Basis Data dan Data Warehouse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Optimasi Query dan Indeks untuk Data Berskala Besar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69cfc498a46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SQL/MySQL Lanjutan: Join, Subquery, Agregasi, View, dan Trigger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Aljabar Relasional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SubCPMK2 Basis…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SQL/MySQL Lanjutan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SubCPMK2 Basis…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Optimasi Query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SubCPMK2 Basis…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SubCPMK1-2 Basis…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Manipulasi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SubCPMK3 Basis…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fed4fe1a348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c7e2a37584c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f4ede4633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d1dd521584d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Manipulasi, ETL: Extract, Integrasi Basis, Web Basis Data, Evaluasi Kualitas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Manipulasi, Manajemen, dan Integrasi Data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Integrasi Basis Data dengan R/Python untuk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Evaluasi Kualitas Data dan Audit Basis Data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Manipulasi, Manajemen, dan Integrasi…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ETL: Extract, Transform, Load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Integrasi Basis Data dengan R/Python…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Aplikasi Web Basis Data untuk Reporting…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Evaluasi Kualitas Data dan Audit Basis…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dd90d93df4a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40899502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ETL: Extract, Transform, Load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Integrasi Basis Data dengan R/Python…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Aplikasi Web Basis Data untuk…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Kualitas Data dan Audit Basis…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Keamanan, Privasi, dan Tata Kelola…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Interoperabilitas, Open Data Riset…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466b766b9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cc9132d8e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0b6e851e34f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Integrasi Basis Data dengan…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Aplikasi Web Basis Data untuk…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Evaluasi Kualitas Data dan Audit…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Keamanan, Privasi, dan Tata Kelola…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Interoperabilitas, Open Data…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UAS: Presentasi Proyek Akhir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57b50217342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Sistem Basis…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Analisis Kebutuhan Data…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Aljabar Relasional dan…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 Pendahuluan…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ETL: Extract, Transform…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Interoperabilitas, Open…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103fa56194e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Basis Data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Mengapa ERD…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ERD penting sebelum…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 risiko jika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jika kunci primer…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Apa yang…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yang dimaksud data lineage…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Mengapa…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parameterized query…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 hubungan…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hubungan antara ETL dan…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b249e7fd9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42d4a8c074a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Basis Data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Basis Data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2026-06-22T07:44:53.8170000Z</dcterms:created>
  <dcterms:modified xsi:type="dcterms:W3CDTF">2026-06-22T07:44:53.8170000Z</dcterms:modified>
</coreProperties>
</file>