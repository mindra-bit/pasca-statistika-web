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f10169b3b48cf" /><Relationship Type="http://schemas.openxmlformats.org/officeDocument/2006/relationships/extended-properties" Target="/docProps/app.xml" Id="R71a26c0118304dd8" /><Relationship Type="http://schemas.openxmlformats.org/officeDocument/2006/relationships/officeDocument" Target="/ppt/presentation.xml" Id="Re584c696c16c40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f6add6a0ce4b81"/>
  </p:sldMasterIdLst>
  <p:notesMasterIdLst>
    <p:notesMasterId xmlns:r="http://schemas.openxmlformats.org/officeDocument/2006/relationships" r:id="R64fe18f6bf7c4d5d"/>
  </p:notesMasterIdLst>
  <p:sldIdLst>
    <p:sldId xmlns:r="http://schemas.openxmlformats.org/officeDocument/2006/relationships" id="256" r:id="R2ae2b50d72494ab2"/>
    <p:sldId xmlns:r="http://schemas.openxmlformats.org/officeDocument/2006/relationships" id="257" r:id="R4ef33b9acef64332"/>
    <p:sldId xmlns:r="http://schemas.openxmlformats.org/officeDocument/2006/relationships" id="258" r:id="Ra457e0ed513c4c6d"/>
    <p:sldId xmlns:r="http://schemas.openxmlformats.org/officeDocument/2006/relationships" id="259" r:id="R05431513c2354965"/>
    <p:sldId xmlns:r="http://schemas.openxmlformats.org/officeDocument/2006/relationships" id="260" r:id="R42061812abfd4e7b"/>
    <p:sldId xmlns:r="http://schemas.openxmlformats.org/officeDocument/2006/relationships" id="261" r:id="Rf63caf155a13485b"/>
    <p:sldId xmlns:r="http://schemas.openxmlformats.org/officeDocument/2006/relationships" id="262" r:id="R9d8fc5d7805a4277"/>
    <p:sldId xmlns:r="http://schemas.openxmlformats.org/officeDocument/2006/relationships" id="263" r:id="R1f321e42d11948c4"/>
    <p:sldId xmlns:r="http://schemas.openxmlformats.org/officeDocument/2006/relationships" id="264" r:id="R77cd3e8e7fb64cd6"/>
    <p:sldId xmlns:r="http://schemas.openxmlformats.org/officeDocument/2006/relationships" id="265" r:id="R43499fd967b4451d"/>
    <p:sldId xmlns:r="http://schemas.openxmlformats.org/officeDocument/2006/relationships" id="266" r:id="R921f3bbe542e46ad"/>
    <p:sldId xmlns:r="http://schemas.openxmlformats.org/officeDocument/2006/relationships" id="267" r:id="R55ae3fb9cf504031"/>
    <p:sldId xmlns:r="http://schemas.openxmlformats.org/officeDocument/2006/relationships" id="268" r:id="R6bfc3bc9194a41f7"/>
    <p:sldId xmlns:r="http://schemas.openxmlformats.org/officeDocument/2006/relationships" id="269" r:id="Rb3b40225119e4329"/>
    <p:sldId xmlns:r="http://schemas.openxmlformats.org/officeDocument/2006/relationships" id="270" r:id="Rfd15bdb238ef4b10"/>
    <p:sldId xmlns:r="http://schemas.openxmlformats.org/officeDocument/2006/relationships" id="271" r:id="R82dfd1134b614980"/>
    <p:sldId xmlns:r="http://schemas.openxmlformats.org/officeDocument/2006/relationships" id="272" r:id="Ra273a636954e4669"/>
    <p:sldId xmlns:r="http://schemas.openxmlformats.org/officeDocument/2006/relationships" id="273" r:id="R67f15b776c7a4ef9"/>
    <p:sldId xmlns:r="http://schemas.openxmlformats.org/officeDocument/2006/relationships" id="274" r:id="R7dc812721231422c"/>
    <p:sldId xmlns:r="http://schemas.openxmlformats.org/officeDocument/2006/relationships" id="275" r:id="R840078346f9b4f44"/>
    <p:sldId xmlns:r="http://schemas.openxmlformats.org/officeDocument/2006/relationships" id="276" r:id="R84d65469d2b94a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31ca0f852f4152" /><Relationship Type="http://schemas.openxmlformats.org/officeDocument/2006/relationships/slideMaster" Target="/ppt/slideMasters/slideMaster1.xml" Id="Reef6add6a0ce4b81" /><Relationship Type="http://schemas.openxmlformats.org/officeDocument/2006/relationships/notesMaster" Target="/ppt/notesMasters/notesMaster1.xml" Id="R64fe18f6bf7c4d5d" /><Relationship Type="http://schemas.openxmlformats.org/officeDocument/2006/relationships/presProps" Target="/ppt/presProps.xml" Id="Re8f6606fe7d14897" /><Relationship Type="http://schemas.openxmlformats.org/officeDocument/2006/relationships/tableStyles" Target="/ppt/tableStyles.xml" Id="Rfc884251391c4bec" /><Relationship Type="http://schemas.openxmlformats.org/officeDocument/2006/relationships/slide" Target="/ppt/slides/slide1.xml" Id="R2ae2b50d72494ab2" /><Relationship Type="http://schemas.openxmlformats.org/officeDocument/2006/relationships/slide" Target="/ppt/slides/slide2.xml" Id="R4ef33b9acef64332" /><Relationship Type="http://schemas.openxmlformats.org/officeDocument/2006/relationships/slide" Target="/ppt/slides/slide3.xml" Id="Ra457e0ed513c4c6d" /><Relationship Type="http://schemas.openxmlformats.org/officeDocument/2006/relationships/slide" Target="/ppt/slides/slide4.xml" Id="R05431513c2354965" /><Relationship Type="http://schemas.openxmlformats.org/officeDocument/2006/relationships/slide" Target="/ppt/slides/slide5.xml" Id="R42061812abfd4e7b" /><Relationship Type="http://schemas.openxmlformats.org/officeDocument/2006/relationships/slide" Target="/ppt/slides/slide6.xml" Id="Rf63caf155a13485b" /><Relationship Type="http://schemas.openxmlformats.org/officeDocument/2006/relationships/slide" Target="/ppt/slides/slide7.xml" Id="R9d8fc5d7805a4277" /><Relationship Type="http://schemas.openxmlformats.org/officeDocument/2006/relationships/slide" Target="/ppt/slides/slide8.xml" Id="R1f321e42d11948c4" /><Relationship Type="http://schemas.openxmlformats.org/officeDocument/2006/relationships/slide" Target="/ppt/slides/slide9.xml" Id="R77cd3e8e7fb64cd6" /><Relationship Type="http://schemas.openxmlformats.org/officeDocument/2006/relationships/slide" Target="/ppt/slides/slide10.xml" Id="R43499fd967b4451d" /><Relationship Type="http://schemas.openxmlformats.org/officeDocument/2006/relationships/slide" Target="/ppt/slides/slide11.xml" Id="R921f3bbe542e46ad" /><Relationship Type="http://schemas.openxmlformats.org/officeDocument/2006/relationships/slide" Target="/ppt/slides/slide12.xml" Id="R55ae3fb9cf504031" /><Relationship Type="http://schemas.openxmlformats.org/officeDocument/2006/relationships/slide" Target="/ppt/slides/slide13.xml" Id="R6bfc3bc9194a41f7" /><Relationship Type="http://schemas.openxmlformats.org/officeDocument/2006/relationships/slide" Target="/ppt/slides/slide14.xml" Id="Rb3b40225119e4329" /><Relationship Type="http://schemas.openxmlformats.org/officeDocument/2006/relationships/slide" Target="/ppt/slides/slide15.xml" Id="Rfd15bdb238ef4b10" /><Relationship Type="http://schemas.openxmlformats.org/officeDocument/2006/relationships/slide" Target="/ppt/slides/slide16.xml" Id="R82dfd1134b614980" /><Relationship Type="http://schemas.openxmlformats.org/officeDocument/2006/relationships/slide" Target="/ppt/slides/slide17.xml" Id="Ra273a636954e4669" /><Relationship Type="http://schemas.openxmlformats.org/officeDocument/2006/relationships/slide" Target="/ppt/slides/slide18.xml" Id="R67f15b776c7a4ef9" /><Relationship Type="http://schemas.openxmlformats.org/officeDocument/2006/relationships/slide" Target="/ppt/slides/slide19.xml" Id="R7dc812721231422c" /><Relationship Type="http://schemas.openxmlformats.org/officeDocument/2006/relationships/slide" Target="/ppt/slides/slide20.xml" Id="R840078346f9b4f44" /><Relationship Type="http://schemas.openxmlformats.org/officeDocument/2006/relationships/slide" Target="/ppt/slides/slide21.xml" Id="R84d65469d2b94a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9fcec83bd044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508c79ca96480e" /><Relationship Type="http://schemas.openxmlformats.org/officeDocument/2006/relationships/notesMaster" Target="/ppt/notesMasters/notesMaster1.xml" Id="Rfe51e0d8e6884a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6d086e500f462f" /><Relationship Type="http://schemas.openxmlformats.org/officeDocument/2006/relationships/notesMaster" Target="/ppt/notesMasters/notesMaster1.xml" Id="R65aa76d77cdd48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0ea31b9803481f" /><Relationship Type="http://schemas.openxmlformats.org/officeDocument/2006/relationships/notesMaster" Target="/ppt/notesMasters/notesMaster1.xml" Id="R311946baf51c4e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cbb40a65b44986" /><Relationship Type="http://schemas.openxmlformats.org/officeDocument/2006/relationships/notesMaster" Target="/ppt/notesMasters/notesMaster1.xml" Id="R53ebbaa3d7e248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e52858edbb45ef" /><Relationship Type="http://schemas.openxmlformats.org/officeDocument/2006/relationships/notesMaster" Target="/ppt/notesMasters/notesMaster1.xml" Id="Ra1b5923505514d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f514bd06f84682" /><Relationship Type="http://schemas.openxmlformats.org/officeDocument/2006/relationships/notesMaster" Target="/ppt/notesMasters/notesMaster1.xml" Id="R28e44a7e285a4f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4a35b5f4304953" /><Relationship Type="http://schemas.openxmlformats.org/officeDocument/2006/relationships/notesMaster" Target="/ppt/notesMasters/notesMaster1.xml" Id="R04672c0e5c5e4f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4b87738bce4c96" /><Relationship Type="http://schemas.openxmlformats.org/officeDocument/2006/relationships/notesMaster" Target="/ppt/notesMasters/notesMaster1.xml" Id="R560d5ccda90e41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1c8bf9d1c443e5" /><Relationship Type="http://schemas.openxmlformats.org/officeDocument/2006/relationships/notesMaster" Target="/ppt/notesMasters/notesMaster1.xml" Id="R5047c3bdfa454b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360247039e4311" /><Relationship Type="http://schemas.openxmlformats.org/officeDocument/2006/relationships/notesMaster" Target="/ppt/notesMasters/notesMaster1.xml" Id="Re7f90a88605f4f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c9e4701dce4237" /><Relationship Type="http://schemas.openxmlformats.org/officeDocument/2006/relationships/notesMaster" Target="/ppt/notesMasters/notesMaster1.xml" Id="R567c32a64a084d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93b61e6474433f" /><Relationship Type="http://schemas.openxmlformats.org/officeDocument/2006/relationships/notesMaster" Target="/ppt/notesMasters/notesMaster1.xml" Id="R7d64eda390364f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c395141a1448a4" /><Relationship Type="http://schemas.openxmlformats.org/officeDocument/2006/relationships/notesMaster" Target="/ppt/notesMasters/notesMaster1.xml" Id="R152ae963f65549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22f8c51fc34ae2" /><Relationship Type="http://schemas.openxmlformats.org/officeDocument/2006/relationships/notesMaster" Target="/ppt/notesMasters/notesMaster1.xml" Id="R17601255fc2e4c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d5b9e7a01f45db" /><Relationship Type="http://schemas.openxmlformats.org/officeDocument/2006/relationships/notesMaster" Target="/ppt/notesMasters/notesMaster1.xml" Id="R4c24e3cd0f6f42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8494bab0f547aa" /><Relationship Type="http://schemas.openxmlformats.org/officeDocument/2006/relationships/notesMaster" Target="/ppt/notesMasters/notesMaster1.xml" Id="R27e5b14f63834d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ad538f185242ef" /><Relationship Type="http://schemas.openxmlformats.org/officeDocument/2006/relationships/notesMaster" Target="/ppt/notesMasters/notesMaster1.xml" Id="Rc72dc12f49fc43c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073eddf0744cff" /><Relationship Type="http://schemas.openxmlformats.org/officeDocument/2006/relationships/notesMaster" Target="/ppt/notesMasters/notesMaster1.xml" Id="R994d855aa4144c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3791531e714660" /><Relationship Type="http://schemas.openxmlformats.org/officeDocument/2006/relationships/notesMaster" Target="/ppt/notesMasters/notesMaster1.xml" Id="R640e4c4aea38418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001f99916742f7" /><Relationship Type="http://schemas.openxmlformats.org/officeDocument/2006/relationships/notesMaster" Target="/ppt/notesMasters/notesMaster1.xml" Id="R99a2fa7373ca4c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3f921b80a14c54" /><Relationship Type="http://schemas.openxmlformats.org/officeDocument/2006/relationships/notesMaster" Target="/ppt/notesMasters/notesMaster1.xml" Id="R7988aae1218141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da43a06f345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97c522750467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abe810d87d4c12" /><Relationship Type="http://schemas.openxmlformats.org/officeDocument/2006/relationships/slideLayout" Target="/ppt/slideLayouts/slideLayout1.xml" Id="R277bd196fd274deb" /><Relationship Type="http://schemas.openxmlformats.org/officeDocument/2006/relationships/slideLayout" Target="/ppt/slideLayouts/slideLayout2.xml" Id="Rcd0b4c83ab064e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7bd196fd274deb"/>
    <p:sldLayoutId xmlns:r="http://schemas.openxmlformats.org/officeDocument/2006/relationships" id="2147483650" r:id="Rcd0b4c83ab064e52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8bc661a1ba4f74" /><Relationship Type="http://schemas.openxmlformats.org/officeDocument/2006/relationships/image" Target="/ppt/media/image.png" Id="R2ea02c6bf7b142a8" /><Relationship Type="http://schemas.openxmlformats.org/officeDocument/2006/relationships/image" Target="/ppt/media/image2.png" Id="R5d22919960f44a7f" /><Relationship Type="http://schemas.openxmlformats.org/officeDocument/2006/relationships/notesSlide" Target="/ppt/notesSlides/notesSlide1.xml" Id="R5497a45c851f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9315e41dac40e2" /><Relationship Type="http://schemas.openxmlformats.org/officeDocument/2006/relationships/image" Target="/ppt/media/image2.png" Id="R87876a2aca8a48e9" /><Relationship Type="http://schemas.openxmlformats.org/officeDocument/2006/relationships/notesSlide" Target="/ppt/notesSlides/notesSlide2.xml" Id="R87465af076a043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21758cc64446ec" /><Relationship Type="http://schemas.openxmlformats.org/officeDocument/2006/relationships/image" Target="/ppt/media/image2.png" Id="R95ca294c31834f63" /><Relationship Type="http://schemas.openxmlformats.org/officeDocument/2006/relationships/notesSlide" Target="/ppt/notesSlides/notesSlide3.xml" Id="Red6c1e64a1b542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32ceb9e1cc4830" /><Relationship Type="http://schemas.openxmlformats.org/officeDocument/2006/relationships/image" Target="/ppt/media/image2.png" Id="R17a6914c97464132" /><Relationship Type="http://schemas.openxmlformats.org/officeDocument/2006/relationships/notesSlide" Target="/ppt/notesSlides/notesSlide4.xml" Id="Rf2770dae636a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9da728baf4aa3" /><Relationship Type="http://schemas.openxmlformats.org/officeDocument/2006/relationships/image" Target="/ppt/media/image2.png" Id="Rd3e51c7c4abd4d8f" /><Relationship Type="http://schemas.openxmlformats.org/officeDocument/2006/relationships/notesSlide" Target="/ppt/notesSlides/notesSlide5.xml" Id="R6055ed6c42f64a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5bf21151c1402d" /><Relationship Type="http://schemas.openxmlformats.org/officeDocument/2006/relationships/image" Target="/ppt/media/image2.png" Id="R475a9d6bd6194388" /><Relationship Type="http://schemas.openxmlformats.org/officeDocument/2006/relationships/notesSlide" Target="/ppt/notesSlides/notesSlide6.xml" Id="R74d98bb8ef574e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6e5f72e1694234" /><Relationship Type="http://schemas.openxmlformats.org/officeDocument/2006/relationships/image" Target="/ppt/media/image2.png" Id="R646e66ee118f4ee1" /><Relationship Type="http://schemas.openxmlformats.org/officeDocument/2006/relationships/notesSlide" Target="/ppt/notesSlides/notesSlide7.xml" Id="R6e15289d4a7b40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c1fbff5d16438c" /><Relationship Type="http://schemas.openxmlformats.org/officeDocument/2006/relationships/image" Target="/ppt/media/image2.png" Id="Rd40f8c15a2fe4fdb" /><Relationship Type="http://schemas.openxmlformats.org/officeDocument/2006/relationships/notesSlide" Target="/ppt/notesSlides/notesSlide8.xml" Id="R1fbeda0b93ea49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8060a64cda4427" /><Relationship Type="http://schemas.openxmlformats.org/officeDocument/2006/relationships/image" Target="/ppt/media/image2.png" Id="Rf6b822a658ff414e" /><Relationship Type="http://schemas.openxmlformats.org/officeDocument/2006/relationships/notesSlide" Target="/ppt/notesSlides/notesSlide9.xml" Id="R1e5d5f551ab247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bc587622f4332" /><Relationship Type="http://schemas.openxmlformats.org/officeDocument/2006/relationships/image" Target="/ppt/media/image2.png" Id="R6ea18ced748d4a81" /><Relationship Type="http://schemas.openxmlformats.org/officeDocument/2006/relationships/notesSlide" Target="/ppt/notesSlides/notesSlide10.xml" Id="R8f152ba1daeb45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5c6a1485a240eb" /><Relationship Type="http://schemas.openxmlformats.org/officeDocument/2006/relationships/image" Target="/ppt/media/image2.png" Id="Rd817ada754e94d8c" /><Relationship Type="http://schemas.openxmlformats.org/officeDocument/2006/relationships/notesSlide" Target="/ppt/notesSlides/notesSlide11.xml" Id="Rdc0f840e563349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012748c0d84497" /><Relationship Type="http://schemas.openxmlformats.org/officeDocument/2006/relationships/image" Target="/ppt/media/image2.png" Id="Rf1c071b103964df8" /><Relationship Type="http://schemas.openxmlformats.org/officeDocument/2006/relationships/notesSlide" Target="/ppt/notesSlides/notesSlide12.xml" Id="Rfd3969d2981141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7df9b58bdc42a8" /><Relationship Type="http://schemas.openxmlformats.org/officeDocument/2006/relationships/image" Target="/ppt/media/image2.png" Id="R78ba0fd274cf4f26" /><Relationship Type="http://schemas.openxmlformats.org/officeDocument/2006/relationships/notesSlide" Target="/ppt/notesSlides/notesSlide13.xml" Id="Rca36c6815a4c47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dc5dcb6f114e49" /><Relationship Type="http://schemas.openxmlformats.org/officeDocument/2006/relationships/image" Target="/ppt/media/image2.png" Id="R78f5f1b7750b4877" /><Relationship Type="http://schemas.openxmlformats.org/officeDocument/2006/relationships/notesSlide" Target="/ppt/notesSlides/notesSlide14.xml" Id="Rd208e932aaa442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aabe8c5d064dac" /><Relationship Type="http://schemas.openxmlformats.org/officeDocument/2006/relationships/image" Target="/ppt/media/image2.png" Id="R485069db88764a0c" /><Relationship Type="http://schemas.openxmlformats.org/officeDocument/2006/relationships/notesSlide" Target="/ppt/notesSlides/notesSlide15.xml" Id="R28682d8dd48448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96c90882834645" /><Relationship Type="http://schemas.openxmlformats.org/officeDocument/2006/relationships/image" Target="/ppt/media/image2.png" Id="R1b39ec7f10334d0e" /><Relationship Type="http://schemas.openxmlformats.org/officeDocument/2006/relationships/notesSlide" Target="/ppt/notesSlides/notesSlide16.xml" Id="R2310c79e1ef047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ed7f84ac3457e" /><Relationship Type="http://schemas.openxmlformats.org/officeDocument/2006/relationships/image" Target="/ppt/media/image2.png" Id="Rdf10c6a9e70a4fc0" /><Relationship Type="http://schemas.openxmlformats.org/officeDocument/2006/relationships/notesSlide" Target="/ppt/notesSlides/notesSlide17.xml" Id="R15ebc0b82d2542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710b61fe7454c" /><Relationship Type="http://schemas.openxmlformats.org/officeDocument/2006/relationships/image" Target="/ppt/media/image2.png" Id="R180311229c9c47ca" /><Relationship Type="http://schemas.openxmlformats.org/officeDocument/2006/relationships/notesSlide" Target="/ppt/notesSlides/notesSlide18.xml" Id="R60af69a83e4047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bf3ac59fe64291" /><Relationship Type="http://schemas.openxmlformats.org/officeDocument/2006/relationships/image" Target="/ppt/media/image2.png" Id="Rd68fc47302324c20" /><Relationship Type="http://schemas.openxmlformats.org/officeDocument/2006/relationships/notesSlide" Target="/ppt/notesSlides/notesSlide19.xml" Id="R3e8eebe745c94b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218a2f32b45e8" /><Relationship Type="http://schemas.openxmlformats.org/officeDocument/2006/relationships/image" Target="/ppt/media/image2.png" Id="Raeaa7cc295b3484f" /><Relationship Type="http://schemas.openxmlformats.org/officeDocument/2006/relationships/notesSlide" Target="/ppt/notesSlides/notesSlide20.xml" Id="Rcfbe8b2cf12845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112d0faed1416b" /><Relationship Type="http://schemas.openxmlformats.org/officeDocument/2006/relationships/image" Target="/ppt/media/image.png" Id="Rcfdc663487dc4838" /><Relationship Type="http://schemas.openxmlformats.org/officeDocument/2006/relationships/image" Target="/ppt/media/image2.png" Id="R247807c76d6f4ecd" /><Relationship Type="http://schemas.openxmlformats.org/officeDocument/2006/relationships/notesSlide" Target="/ppt/notesSlides/notesSlide21.xml" Id="R7914a093fe3440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02c6bf7b142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2919960f44a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Basis Data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Bertho Tantular,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Basis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76a2aca8a48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Basis Data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66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ini membahas pendahuluan sistem basis data untuk riset statistik dalam konteks riset kesehatan masyarakat, survei sosial, aktuaria, dan sains data.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basis data dan pendahuluan sistem basis secara…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optimasi query dan indeks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Riset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Bisnis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a294c31834f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basis data dan pendahuluan sistem basis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optimasi query dan indeks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6914c97464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Sistem, Kebutuhan Data dan, Data Relasional, Arsitektur…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Aljabar Relasional, SQL/MySQL, Optimasi Query dan, UTS: Proyek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Manipulasi, ETL: Extract, Integrasi Basis, Web Basis Data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Evaluasi Kualitas, Keamanan, Privasi, Interoperabilitas, UAS: Presentasi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51c7c4abd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Basis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a9d6bd61943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e66ee118f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Pendahuluan Sistem, Kebutuhan Data dan, Data Relasional, Arsitektur Basis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66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Pendahuluan Sistem Basis Data…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Analisis Kebutuhan Data dan…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Model Data Relasional, ERD…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Sistem Basis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Kebutuhan Data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Relasional, ERD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Arsitektur Basis Data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Aljabar Relasional dan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f8c15a2fe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 Relasional, Arsitektur Basis, Aljabar Relasional, SQL/MySQL, Optimasi Query dan, UTS…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20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Data Relasional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SubCPMK1 Basis Data Statistik S2…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788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Arsitektur Basis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SubCPMK1 Basis Data Statistik S2…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Aljabar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Basis Data Statistik S2…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SQL/MySQL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Basis Data Statistik S2…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08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Optimasi Query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Basis Data Statistik S2…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UTS: Proyek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SubCPMK1-2 Basis Data Statistik S2…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Arsitektur Basis Data dan Data Warehouse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Optimasi Query dan Indeks untuk Data Berskala Besar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822a658f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SQL/MySQL Lanjutan: Join, Subquery, Agregasi, View, dan Trigger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Aljabar Relasional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SubCPMK2 Basis…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SQL/MySQL Lanjutan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SubCPMK2 Basis…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Optimasi Query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SubCPMK2 Basis…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Proyek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SubCPMK1-2 Basis…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Manipulasi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SubCPMK3 Basis…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18ced748d4a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Data → model → validasi → interpretasi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7ada754e94d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071b103964d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a0fd274cf4f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Manipulasi, ETL: Extract, Integrasi Basis, Web Basis Data, Evaluasi Kualitas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Manipulasi, Manajemen, dan Integrasi Data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Integrasi Basis Data dengan R/Python untuk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Evaluasi Kualitas Data dan Audit Basis Data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Manipulasi, Manajemen, dan Integrasi…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ETL: Extract, Transform, Load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Integrasi Basis Data dengan R/Python…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Aplikasi Web Basis Data untuk Reporting…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Evaluasi Kualitas Data dan Audit Basis…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5f1b7750b48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069db8876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ETL: Extract, Transform, Load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Integrasi Basis Data dengan R/Python…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Aplikasi Web Basis Data untuk…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Kualitas Data dan Audit Basis…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Keamanan, Privasi, dan Tata Kelola…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Interoperabilitas, Open Data Riset…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9ec7f10334d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0c6a9e70a4f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311229c9c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Integrasi Basis Data dengan…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Aplikasi Web Basis Data untuk…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Evaluasi Kualitas Data dan Audit…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Keamanan, Privasi, dan Tata Kelola…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Interoperabilitas, Open Data…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UAS: Presentasi Proyek Akhir dan…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fc47302324c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Pendahuluan Sistem Basis…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Analisis Kebutuhan Data…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Aljabar Relasional dan…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Proyek Pendahuluan…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ETL: Extract, Transform…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Interoperabilitas, Open…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a7cc295b348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Basis Data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Mengapa ERD…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ERD penting sebelum…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 risiko jika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jika kunci primer…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Apa yang…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yang dimaksud data lineage…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Mengapa…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parameterized query…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Apa hubungan…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hubungan antara ETL dan…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c663487dc4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807c76d6f4e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Basis Data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Basis Data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2026-07-26T23:34:17.7730000Z</dcterms:created>
  <dcterms:modified xsi:type="dcterms:W3CDTF">2026-07-26T23:34:17.7730000Z</dcterms:modified>
</coreProperties>
</file>