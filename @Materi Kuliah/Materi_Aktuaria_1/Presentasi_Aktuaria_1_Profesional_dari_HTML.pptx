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8dd2471658401c" /><Relationship Type="http://schemas.openxmlformats.org/officeDocument/2006/relationships/extended-properties" Target="/docProps/app.xml" Id="Rc4fc4cee7ad34c35" /><Relationship Type="http://schemas.openxmlformats.org/officeDocument/2006/relationships/officeDocument" Target="/ppt/presentation.xml" Id="R677264b6444742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4948d3c54246a6"/>
  </p:sldMasterIdLst>
  <p:notesMasterIdLst>
    <p:notesMasterId xmlns:r="http://schemas.openxmlformats.org/officeDocument/2006/relationships" r:id="R7f48d9e9d8444c9e"/>
  </p:notesMasterIdLst>
  <p:sldIdLst>
    <p:sldId xmlns:r="http://schemas.openxmlformats.org/officeDocument/2006/relationships" id="256" r:id="R86da1cb3e0cc43af"/>
    <p:sldId xmlns:r="http://schemas.openxmlformats.org/officeDocument/2006/relationships" id="257" r:id="R4b34efa9baad4f62"/>
    <p:sldId xmlns:r="http://schemas.openxmlformats.org/officeDocument/2006/relationships" id="258" r:id="R054b8589f6db4f5e"/>
    <p:sldId xmlns:r="http://schemas.openxmlformats.org/officeDocument/2006/relationships" id="259" r:id="R8d37ff8605d340e8"/>
    <p:sldId xmlns:r="http://schemas.openxmlformats.org/officeDocument/2006/relationships" id="260" r:id="R7b67020d59ea4468"/>
    <p:sldId xmlns:r="http://schemas.openxmlformats.org/officeDocument/2006/relationships" id="261" r:id="R50880ca470044793"/>
    <p:sldId xmlns:r="http://schemas.openxmlformats.org/officeDocument/2006/relationships" id="262" r:id="Rc85d465fd81e479d"/>
    <p:sldId xmlns:r="http://schemas.openxmlformats.org/officeDocument/2006/relationships" id="263" r:id="Rdb6222aa2b6e4d47"/>
    <p:sldId xmlns:r="http://schemas.openxmlformats.org/officeDocument/2006/relationships" id="264" r:id="Rb75be3c148844207"/>
    <p:sldId xmlns:r="http://schemas.openxmlformats.org/officeDocument/2006/relationships" id="265" r:id="R630ed4a796c348b0"/>
    <p:sldId xmlns:r="http://schemas.openxmlformats.org/officeDocument/2006/relationships" id="266" r:id="R781c9b6e5fd0446c"/>
    <p:sldId xmlns:r="http://schemas.openxmlformats.org/officeDocument/2006/relationships" id="267" r:id="R5a5d0203e0ff49e1"/>
    <p:sldId xmlns:r="http://schemas.openxmlformats.org/officeDocument/2006/relationships" id="268" r:id="R08b30a1886a4490f"/>
    <p:sldId xmlns:r="http://schemas.openxmlformats.org/officeDocument/2006/relationships" id="269" r:id="Rd358d983ccf3466c"/>
    <p:sldId xmlns:r="http://schemas.openxmlformats.org/officeDocument/2006/relationships" id="270" r:id="R76c48b30b0fc4b63"/>
    <p:sldId xmlns:r="http://schemas.openxmlformats.org/officeDocument/2006/relationships" id="271" r:id="R355586def65f4ad9"/>
    <p:sldId xmlns:r="http://schemas.openxmlformats.org/officeDocument/2006/relationships" id="272" r:id="R363f41b2b32e460c"/>
    <p:sldId xmlns:r="http://schemas.openxmlformats.org/officeDocument/2006/relationships" id="273" r:id="Rbad8458fb96b4c34"/>
    <p:sldId xmlns:r="http://schemas.openxmlformats.org/officeDocument/2006/relationships" id="274" r:id="R0d96fd6d7cf544de"/>
    <p:sldId xmlns:r="http://schemas.openxmlformats.org/officeDocument/2006/relationships" id="275" r:id="R82188af984ac4823"/>
    <p:sldId xmlns:r="http://schemas.openxmlformats.org/officeDocument/2006/relationships" id="276" r:id="Rad964fe856e74e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7de68f9b0c482e" /><Relationship Type="http://schemas.openxmlformats.org/officeDocument/2006/relationships/slideMaster" Target="/ppt/slideMasters/slideMaster1.xml" Id="R314948d3c54246a6" /><Relationship Type="http://schemas.openxmlformats.org/officeDocument/2006/relationships/notesMaster" Target="/ppt/notesMasters/notesMaster1.xml" Id="R7f48d9e9d8444c9e" /><Relationship Type="http://schemas.openxmlformats.org/officeDocument/2006/relationships/presProps" Target="/ppt/presProps.xml" Id="R92ed45a136ee4106" /><Relationship Type="http://schemas.openxmlformats.org/officeDocument/2006/relationships/tableStyles" Target="/ppt/tableStyles.xml" Id="R23d90e36b31f4f96" /><Relationship Type="http://schemas.openxmlformats.org/officeDocument/2006/relationships/slide" Target="/ppt/slides/slide1.xml" Id="R86da1cb3e0cc43af" /><Relationship Type="http://schemas.openxmlformats.org/officeDocument/2006/relationships/slide" Target="/ppt/slides/slide2.xml" Id="R4b34efa9baad4f62" /><Relationship Type="http://schemas.openxmlformats.org/officeDocument/2006/relationships/slide" Target="/ppt/slides/slide3.xml" Id="R054b8589f6db4f5e" /><Relationship Type="http://schemas.openxmlformats.org/officeDocument/2006/relationships/slide" Target="/ppt/slides/slide4.xml" Id="R8d37ff8605d340e8" /><Relationship Type="http://schemas.openxmlformats.org/officeDocument/2006/relationships/slide" Target="/ppt/slides/slide5.xml" Id="R7b67020d59ea4468" /><Relationship Type="http://schemas.openxmlformats.org/officeDocument/2006/relationships/slide" Target="/ppt/slides/slide6.xml" Id="R50880ca470044793" /><Relationship Type="http://schemas.openxmlformats.org/officeDocument/2006/relationships/slide" Target="/ppt/slides/slide7.xml" Id="Rc85d465fd81e479d" /><Relationship Type="http://schemas.openxmlformats.org/officeDocument/2006/relationships/slide" Target="/ppt/slides/slide8.xml" Id="Rdb6222aa2b6e4d47" /><Relationship Type="http://schemas.openxmlformats.org/officeDocument/2006/relationships/slide" Target="/ppt/slides/slide9.xml" Id="Rb75be3c148844207" /><Relationship Type="http://schemas.openxmlformats.org/officeDocument/2006/relationships/slide" Target="/ppt/slides/slide10.xml" Id="R630ed4a796c348b0" /><Relationship Type="http://schemas.openxmlformats.org/officeDocument/2006/relationships/slide" Target="/ppt/slides/slide11.xml" Id="R781c9b6e5fd0446c" /><Relationship Type="http://schemas.openxmlformats.org/officeDocument/2006/relationships/slide" Target="/ppt/slides/slide12.xml" Id="R5a5d0203e0ff49e1" /><Relationship Type="http://schemas.openxmlformats.org/officeDocument/2006/relationships/slide" Target="/ppt/slides/slide13.xml" Id="R08b30a1886a4490f" /><Relationship Type="http://schemas.openxmlformats.org/officeDocument/2006/relationships/slide" Target="/ppt/slides/slide14.xml" Id="Rd358d983ccf3466c" /><Relationship Type="http://schemas.openxmlformats.org/officeDocument/2006/relationships/slide" Target="/ppt/slides/slide15.xml" Id="R76c48b30b0fc4b63" /><Relationship Type="http://schemas.openxmlformats.org/officeDocument/2006/relationships/slide" Target="/ppt/slides/slide16.xml" Id="R355586def65f4ad9" /><Relationship Type="http://schemas.openxmlformats.org/officeDocument/2006/relationships/slide" Target="/ppt/slides/slide17.xml" Id="R363f41b2b32e460c" /><Relationship Type="http://schemas.openxmlformats.org/officeDocument/2006/relationships/slide" Target="/ppt/slides/slide18.xml" Id="Rbad8458fb96b4c34" /><Relationship Type="http://schemas.openxmlformats.org/officeDocument/2006/relationships/slide" Target="/ppt/slides/slide19.xml" Id="R0d96fd6d7cf544de" /><Relationship Type="http://schemas.openxmlformats.org/officeDocument/2006/relationships/slide" Target="/ppt/slides/slide20.xml" Id="R82188af984ac4823" /><Relationship Type="http://schemas.openxmlformats.org/officeDocument/2006/relationships/slide" Target="/ppt/slides/slide21.xml" Id="Rad964fe856e74e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9924ad32934b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b26a5e0f124304" /><Relationship Type="http://schemas.openxmlformats.org/officeDocument/2006/relationships/notesMaster" Target="/ppt/notesMasters/notesMaster1.xml" Id="R3d6b81a848e34b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a3202bf8f34621" /><Relationship Type="http://schemas.openxmlformats.org/officeDocument/2006/relationships/notesMaster" Target="/ppt/notesMasters/notesMaster1.xml" Id="R689cdc4551cd49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14d570f4364b54" /><Relationship Type="http://schemas.openxmlformats.org/officeDocument/2006/relationships/notesMaster" Target="/ppt/notesMasters/notesMaster1.xml" Id="R3f8d2bba748e49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5753e744fd4db7" /><Relationship Type="http://schemas.openxmlformats.org/officeDocument/2006/relationships/notesMaster" Target="/ppt/notesMasters/notesMaster1.xml" Id="Re09ca70a34634d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b6591e399c404c" /><Relationship Type="http://schemas.openxmlformats.org/officeDocument/2006/relationships/notesMaster" Target="/ppt/notesMasters/notesMaster1.xml" Id="R0dcf6ab205f140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834c628701482e" /><Relationship Type="http://schemas.openxmlformats.org/officeDocument/2006/relationships/notesMaster" Target="/ppt/notesMasters/notesMaster1.xml" Id="R29ca9182a3fe4c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84b80209bb4cd8" /><Relationship Type="http://schemas.openxmlformats.org/officeDocument/2006/relationships/notesMaster" Target="/ppt/notesMasters/notesMaster1.xml" Id="R46006876577d41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257d7b1ed944a9" /><Relationship Type="http://schemas.openxmlformats.org/officeDocument/2006/relationships/notesMaster" Target="/ppt/notesMasters/notesMaster1.xml" Id="R4cee2b0fee7d4b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05ee8c2d8448f9" /><Relationship Type="http://schemas.openxmlformats.org/officeDocument/2006/relationships/notesMaster" Target="/ppt/notesMasters/notesMaster1.xml" Id="R70b6a69941334f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72557c5af64709" /><Relationship Type="http://schemas.openxmlformats.org/officeDocument/2006/relationships/notesMaster" Target="/ppt/notesMasters/notesMaster1.xml" Id="Rcdfac6cbc10848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3523a8439c4f77" /><Relationship Type="http://schemas.openxmlformats.org/officeDocument/2006/relationships/notesMaster" Target="/ppt/notesMasters/notesMaster1.xml" Id="R823053383fae45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2597cd28e34204" /><Relationship Type="http://schemas.openxmlformats.org/officeDocument/2006/relationships/notesMaster" Target="/ppt/notesMasters/notesMaster1.xml" Id="Re1d290efd10641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7d7a3587504696" /><Relationship Type="http://schemas.openxmlformats.org/officeDocument/2006/relationships/notesMaster" Target="/ppt/notesMasters/notesMaster1.xml" Id="R2351fd6b31474d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efc4b2caae4f0c" /><Relationship Type="http://schemas.openxmlformats.org/officeDocument/2006/relationships/notesMaster" Target="/ppt/notesMasters/notesMaster1.xml" Id="R6f8a78824b7a4f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95fb03077d4ced" /><Relationship Type="http://schemas.openxmlformats.org/officeDocument/2006/relationships/notesMaster" Target="/ppt/notesMasters/notesMaster1.xml" Id="R655cd0c1b7564e6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b1c40f160a4394" /><Relationship Type="http://schemas.openxmlformats.org/officeDocument/2006/relationships/notesMaster" Target="/ppt/notesMasters/notesMaster1.xml" Id="R548457e2e63246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05d1c4194844e7" /><Relationship Type="http://schemas.openxmlformats.org/officeDocument/2006/relationships/notesMaster" Target="/ppt/notesMasters/notesMaster1.xml" Id="Rcff9233ebdaf40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1f6dba46c845e9" /><Relationship Type="http://schemas.openxmlformats.org/officeDocument/2006/relationships/notesMaster" Target="/ppt/notesMasters/notesMaster1.xml" Id="Reba9d949d6174f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a3d9741fbc94736" /><Relationship Type="http://schemas.openxmlformats.org/officeDocument/2006/relationships/notesMaster" Target="/ppt/notesMasters/notesMaster1.xml" Id="Rc01a5db31849435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beb6387dab407c" /><Relationship Type="http://schemas.openxmlformats.org/officeDocument/2006/relationships/notesMaster" Target="/ppt/notesMasters/notesMaster1.xml" Id="R3dbd29c409184b8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459eff8dcd64668" /><Relationship Type="http://schemas.openxmlformats.org/officeDocument/2006/relationships/notesMaster" Target="/ppt/notesMasters/notesMaster1.xml" Id="R6cf58be62ceb48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9d8e726f34a7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9c1184cca94e6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e3f22f71b94f46" /><Relationship Type="http://schemas.openxmlformats.org/officeDocument/2006/relationships/slideLayout" Target="/ppt/slideLayouts/slideLayout1.xml" Id="R47f7ecfa5f7f4a22" /><Relationship Type="http://schemas.openxmlformats.org/officeDocument/2006/relationships/slideLayout" Target="/ppt/slideLayouts/slideLayout2.xml" Id="R730530f8a97e41d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f7ecfa5f7f4a22"/>
    <p:sldLayoutId xmlns:r="http://schemas.openxmlformats.org/officeDocument/2006/relationships" id="2147483650" r:id="R730530f8a97e41d3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cff52beede4a96" /><Relationship Type="http://schemas.openxmlformats.org/officeDocument/2006/relationships/image" Target="/ppt/media/image.png" Id="Rd212885790184f4d" /><Relationship Type="http://schemas.openxmlformats.org/officeDocument/2006/relationships/image" Target="/ppt/media/image2.png" Id="Re8aa6639fca74598" /><Relationship Type="http://schemas.openxmlformats.org/officeDocument/2006/relationships/notesSlide" Target="/ppt/notesSlides/notesSlide1.xml" Id="R579bdd04423046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96a52c31d9460f" /><Relationship Type="http://schemas.openxmlformats.org/officeDocument/2006/relationships/image" Target="/ppt/media/image2.png" Id="Rf94cee5fe6e447eb" /><Relationship Type="http://schemas.openxmlformats.org/officeDocument/2006/relationships/notesSlide" Target="/ppt/notesSlides/notesSlide2.xml" Id="R909885c00ea445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9f34dc75624e9d" /><Relationship Type="http://schemas.openxmlformats.org/officeDocument/2006/relationships/image" Target="/ppt/media/image2.png" Id="R76a2d4b2e9d84ffd" /><Relationship Type="http://schemas.openxmlformats.org/officeDocument/2006/relationships/notesSlide" Target="/ppt/notesSlides/notesSlide3.xml" Id="Rb505a4a185244c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7228024da04cc1" /><Relationship Type="http://schemas.openxmlformats.org/officeDocument/2006/relationships/image" Target="/ppt/media/image2.png" Id="R4e3879cf06b44a6c" /><Relationship Type="http://schemas.openxmlformats.org/officeDocument/2006/relationships/notesSlide" Target="/ppt/notesSlides/notesSlide4.xml" Id="R1070df2d05f947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32c5fab3c84e94" /><Relationship Type="http://schemas.openxmlformats.org/officeDocument/2006/relationships/image" Target="/ppt/media/image2.png" Id="R595a2041db1f4153" /><Relationship Type="http://schemas.openxmlformats.org/officeDocument/2006/relationships/notesSlide" Target="/ppt/notesSlides/notesSlide5.xml" Id="Radee791b70a543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974cac2a78407f" /><Relationship Type="http://schemas.openxmlformats.org/officeDocument/2006/relationships/image" Target="/ppt/media/image2.png" Id="R244398b7096f4d0e" /><Relationship Type="http://schemas.openxmlformats.org/officeDocument/2006/relationships/notesSlide" Target="/ppt/notesSlides/notesSlide6.xml" Id="Rc985f9d7938243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4039e7027b43fc" /><Relationship Type="http://schemas.openxmlformats.org/officeDocument/2006/relationships/image" Target="/ppt/media/image2.png" Id="R59d22da40ded4751" /><Relationship Type="http://schemas.openxmlformats.org/officeDocument/2006/relationships/notesSlide" Target="/ppt/notesSlides/notesSlide7.xml" Id="R12b54c2c91f542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f7f42265734b04" /><Relationship Type="http://schemas.openxmlformats.org/officeDocument/2006/relationships/image" Target="/ppt/media/image2.png" Id="Rec92f64ee5ad4359" /><Relationship Type="http://schemas.openxmlformats.org/officeDocument/2006/relationships/notesSlide" Target="/ppt/notesSlides/notesSlide8.xml" Id="Rb13fff5e9e8c42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36f8e40ce24178" /><Relationship Type="http://schemas.openxmlformats.org/officeDocument/2006/relationships/image" Target="/ppt/media/image2.png" Id="R01ef92c2de074e30" /><Relationship Type="http://schemas.openxmlformats.org/officeDocument/2006/relationships/notesSlide" Target="/ppt/notesSlides/notesSlide9.xml" Id="Reeb517f0fb984f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31b8d223a14443" /><Relationship Type="http://schemas.openxmlformats.org/officeDocument/2006/relationships/image" Target="/ppt/media/image2.png" Id="R8a8c8c71b634490c" /><Relationship Type="http://schemas.openxmlformats.org/officeDocument/2006/relationships/notesSlide" Target="/ppt/notesSlides/notesSlide10.xml" Id="R793e333f51554b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772ad53f66498d" /><Relationship Type="http://schemas.openxmlformats.org/officeDocument/2006/relationships/image" Target="/ppt/media/image2.png" Id="R16750c4a0fc54151" /><Relationship Type="http://schemas.openxmlformats.org/officeDocument/2006/relationships/notesSlide" Target="/ppt/notesSlides/notesSlide11.xml" Id="Re3e3a9bd9f2e44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9f7cd816e546da" /><Relationship Type="http://schemas.openxmlformats.org/officeDocument/2006/relationships/image" Target="/ppt/media/image2.png" Id="R18af4d18bd0d4733" /><Relationship Type="http://schemas.openxmlformats.org/officeDocument/2006/relationships/notesSlide" Target="/ppt/notesSlides/notesSlide12.xml" Id="R9e4330e7f20e48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d3419a5c3a449e" /><Relationship Type="http://schemas.openxmlformats.org/officeDocument/2006/relationships/image" Target="/ppt/media/image2.png" Id="Rffe3fab10a124f86" /><Relationship Type="http://schemas.openxmlformats.org/officeDocument/2006/relationships/notesSlide" Target="/ppt/notesSlides/notesSlide13.xml" Id="R1538940e39b744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65bb98cb2a4643" /><Relationship Type="http://schemas.openxmlformats.org/officeDocument/2006/relationships/image" Target="/ppt/media/image2.png" Id="Rbd90b807bfd540da" /><Relationship Type="http://schemas.openxmlformats.org/officeDocument/2006/relationships/notesSlide" Target="/ppt/notesSlides/notesSlide14.xml" Id="R4efd4b4ee14848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0033763ed645d4" /><Relationship Type="http://schemas.openxmlformats.org/officeDocument/2006/relationships/image" Target="/ppt/media/image2.png" Id="Rc5faeeb370494e5b" /><Relationship Type="http://schemas.openxmlformats.org/officeDocument/2006/relationships/notesSlide" Target="/ppt/notesSlides/notesSlide15.xml" Id="R27d5bc857422461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4cbb72feea4274" /><Relationship Type="http://schemas.openxmlformats.org/officeDocument/2006/relationships/image" Target="/ppt/media/image2.png" Id="R0071351986e14fa1" /><Relationship Type="http://schemas.openxmlformats.org/officeDocument/2006/relationships/notesSlide" Target="/ppt/notesSlides/notesSlide16.xml" Id="Rf3beb4275f4143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fc515a91a44a12" /><Relationship Type="http://schemas.openxmlformats.org/officeDocument/2006/relationships/image" Target="/ppt/media/image2.png" Id="R7af96a353a5a4fb1" /><Relationship Type="http://schemas.openxmlformats.org/officeDocument/2006/relationships/notesSlide" Target="/ppt/notesSlides/notesSlide17.xml" Id="R0b5cc0fff9714cb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376bf8770247cc" /><Relationship Type="http://schemas.openxmlformats.org/officeDocument/2006/relationships/image" Target="/ppt/media/image2.png" Id="R4e57e7b347ee4e5f" /><Relationship Type="http://schemas.openxmlformats.org/officeDocument/2006/relationships/notesSlide" Target="/ppt/notesSlides/notesSlide18.xml" Id="Rbd2026ad4d5a45b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f2907f80d24c64" /><Relationship Type="http://schemas.openxmlformats.org/officeDocument/2006/relationships/image" Target="/ppt/media/image2.png" Id="R5161c40c062849b6" /><Relationship Type="http://schemas.openxmlformats.org/officeDocument/2006/relationships/notesSlide" Target="/ppt/notesSlides/notesSlide19.xml" Id="Re04da196712b48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c3c625d3c648fc" /><Relationship Type="http://schemas.openxmlformats.org/officeDocument/2006/relationships/image" Target="/ppt/media/image2.png" Id="R3b5a2f77bb3242cd" /><Relationship Type="http://schemas.openxmlformats.org/officeDocument/2006/relationships/notesSlide" Target="/ppt/notesSlides/notesSlide20.xml" Id="R90a2861ab3a54de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e0fe9a65ca41dc" /><Relationship Type="http://schemas.openxmlformats.org/officeDocument/2006/relationships/image" Target="/ppt/media/image.png" Id="R177d8bcaea8144f8" /><Relationship Type="http://schemas.openxmlformats.org/officeDocument/2006/relationships/image" Target="/ppt/media/image2.png" Id="Rc5948f49e6bf4de6" /><Relationship Type="http://schemas.openxmlformats.org/officeDocument/2006/relationships/notesSlide" Target="/ppt/notesSlides/notesSlide21.xml" Id="R2102692eecef45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2885790184f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a6639fca745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2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Matematika</a:t>
            </a:r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Aktuaria 1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Lienda Noviyanti,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Matematika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Aktuaria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cee5fe6e447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Matematika Aktuaria 1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674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Mahasiswa diharapkan mampu menganalisis nilai waktu uang dan annuitas, mengevaluasi tabel kehidupan dan hukum mortalitas, membangun model premi dan cadangan menggunakan…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matematika aktuaria 1 dan kontrak pembelajaran…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hukum mortalitas gompertz pada data dan persoalan terapan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Asuransi jiwa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Pensiun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Manajemen risiko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Keuangan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Mortalitas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Regulasi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2d4b2e9d84f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matematika aktuaria 1 dan kontrak pembelajaran dan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hukum mortalitas gompertz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879cf06b44a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Kontrak, Nilai Waktu Uang, Annuitas Pasti dan, Peluang Usia pada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Tabel Kehidupan, Asumsi Fractional, Hukum Mortalitas, UTS: Proyek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Asuransi Jiwa, Anuitas Hidup, Penghitungan Premi, Cadangan Manfaat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Komputasi dalam, Studi Kasus dan, Riset Mini dan, UAS: Proyek Akhir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a2041db1f41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Matematika Aktuaria 1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398b7096f4d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22da40ded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Kontrak, Nilai Waktu Uang, Annuitas Pasti dan, Peluang Usia pada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Kontrak Pembelajaran dan Pengantar…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Konsep Nilai Waktu Uang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Annuitas Pasti dan Aplikasinya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Kontrak Pembelajaran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Waktu Uang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Annuitas Pasti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Peluang Usia pada Saat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Tabel Kehidupan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2f64ee5ad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Annuitas Pasti dan, Peluang Usia pada, Tabel Kehidupan, Asumsi Fractional, Hukum Mortalitas…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Annuitas Pasti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SubCPMK1 Topik kunci: annuitas biasa…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Peluang Usia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Topik kunci: future lifetime…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17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Tabel Kehidupan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Topik kunci: lx, dx, qx, px, ex…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Asumsi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Topik kunci: uniform distribution…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8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Hukum Mortalitas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Topik kunci: Gompertz, Makeham…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UTS: Proyek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SubCPMK2 Topik kunci: laporan ilmiah…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a_|=(1-v^n)/(i), _|=(1-v^n)/(d), d=(i)/(1+i)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UDD: _tq_x=tq_x, 0 t 1; CFM: _tp_x=p_x^t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f92c2de074e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d_x=l_xq_x, l_x+1=l_x-d_x=l_xp_x, p_x=1-q_x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Tabel Kehidupan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SubCPMK2 Topik…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Fractional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SubCPMK2 Topik…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Hukum Mortalitas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SubCPMK2 Topik…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Proyek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SubCPMK2 Topik…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Asuransi Jiwa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SubCPMK3 Topik…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c8c71b63449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aktuaria yang…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50c4a0fc541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f4d18bd0d47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3fab10a124f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Asuransi Jiwa, Anuitas Hidup, Penghitungan Premi, Cadangan Manfaat, Komputasi dalam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Ā_x=[v^T_x], A_x=[v^K_x+1]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EPV Premi=EPV Manfaat, P=(APV manfaat)/(APV anuitas premi)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Inovasi aktuaria=desain produk+model risiko+…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Asuransi Jiwa Sederhana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Anuitas Hidup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Penghitungan Premi Asuransi Jiwa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Cadangan Manfaat Asuransi Jiwa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Komputasi dalam Aktuaria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0b807bfd540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aeeb370494e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Anuitas Hidup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Penghitungan Premi Asuransi Jiwa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Cadangan Manfaat Asuransi Jiwa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Pemodelan Komputasi dalam Aktuaria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Studi Kasus dan Inovasi Produk…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Riset Mini dan Komunikasi Solusi…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1351986e14f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96a353a5a4f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7e7b347ee4e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Penghitungan Premi Asuransi Jiwa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Cadangan Manfaat Asuransi Jiwa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Pemodelan Komputasi dalam Aktuaria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Studi Kasus dan Inovasi Produk…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Riset Mini dan Komunikasi Solusi…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UAS: Proyek Akhir, Laporan, dan…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1c40c062849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Kontrak Pembelajaran dan…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Konsep Nilai Waktu Uang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Tabel Kehidupan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Proyek Pendahuluan…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Anuitas Hidup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Riset Mini dan Komunikasi…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a2f77bb3242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1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Apakah hasil…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hasil perhitungan…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Jika tidak…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Jika tidak, bagian mana yang…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Parameter mana…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Parameter mana yang paling…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Bagaimana…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menjelaskan hasil…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Apa implikasi…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implikasi hasil terhadap…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d8bcaea8144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48f49e6bf4d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Matematika Aktuaria 1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Aktuaria 1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2026-07-26T23:34:08.5640000Z</dcterms:created>
  <dcterms:modified xsi:type="dcterms:W3CDTF">2026-07-26T23:34:08.5640000Z</dcterms:modified>
</coreProperties>
</file>