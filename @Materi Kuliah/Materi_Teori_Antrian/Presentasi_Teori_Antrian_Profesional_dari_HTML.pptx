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7593f08995457a" /><Relationship Type="http://schemas.openxmlformats.org/officeDocument/2006/relationships/extended-properties" Target="/docProps/app.xml" Id="Re41c2882c0ef4577" /><Relationship Type="http://schemas.openxmlformats.org/officeDocument/2006/relationships/officeDocument" Target="/ppt/presentation.xml" Id="R16b50c69e59d46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8c13c08fc54ac3"/>
  </p:sldMasterIdLst>
  <p:notesMasterIdLst>
    <p:notesMasterId xmlns:r="http://schemas.openxmlformats.org/officeDocument/2006/relationships" r:id="R3f3eaf38253a4b93"/>
  </p:notesMasterIdLst>
  <p:sldIdLst>
    <p:sldId xmlns:r="http://schemas.openxmlformats.org/officeDocument/2006/relationships" id="256" r:id="R36b691d966ce4bf5"/>
    <p:sldId xmlns:r="http://schemas.openxmlformats.org/officeDocument/2006/relationships" id="257" r:id="Re23f4476c14a43d2"/>
    <p:sldId xmlns:r="http://schemas.openxmlformats.org/officeDocument/2006/relationships" id="258" r:id="R145297c1a3354f3a"/>
    <p:sldId xmlns:r="http://schemas.openxmlformats.org/officeDocument/2006/relationships" id="259" r:id="R360beb19bf684271"/>
    <p:sldId xmlns:r="http://schemas.openxmlformats.org/officeDocument/2006/relationships" id="260" r:id="R2a4075224e564f5f"/>
    <p:sldId xmlns:r="http://schemas.openxmlformats.org/officeDocument/2006/relationships" id="261" r:id="R12fddec8f1034011"/>
    <p:sldId xmlns:r="http://schemas.openxmlformats.org/officeDocument/2006/relationships" id="262" r:id="R08c5134257484715"/>
    <p:sldId xmlns:r="http://schemas.openxmlformats.org/officeDocument/2006/relationships" id="263" r:id="R5bb03aefaf664dc4"/>
    <p:sldId xmlns:r="http://schemas.openxmlformats.org/officeDocument/2006/relationships" id="264" r:id="Rb3d1c963bcac4870"/>
    <p:sldId xmlns:r="http://schemas.openxmlformats.org/officeDocument/2006/relationships" id="265" r:id="Rb84ba7a2c31a48bf"/>
    <p:sldId xmlns:r="http://schemas.openxmlformats.org/officeDocument/2006/relationships" id="266" r:id="R97f79cc0e5cb4b98"/>
    <p:sldId xmlns:r="http://schemas.openxmlformats.org/officeDocument/2006/relationships" id="267" r:id="R37d558040ac044b8"/>
    <p:sldId xmlns:r="http://schemas.openxmlformats.org/officeDocument/2006/relationships" id="268" r:id="R4274f2780c804145"/>
    <p:sldId xmlns:r="http://schemas.openxmlformats.org/officeDocument/2006/relationships" id="269" r:id="Rb401c937228d48c1"/>
    <p:sldId xmlns:r="http://schemas.openxmlformats.org/officeDocument/2006/relationships" id="270" r:id="R693fada3dddd47e7"/>
    <p:sldId xmlns:r="http://schemas.openxmlformats.org/officeDocument/2006/relationships" id="271" r:id="R30385197d8674928"/>
    <p:sldId xmlns:r="http://schemas.openxmlformats.org/officeDocument/2006/relationships" id="272" r:id="R9e111b3f233e467d"/>
    <p:sldId xmlns:r="http://schemas.openxmlformats.org/officeDocument/2006/relationships" id="273" r:id="R3b13abec25b44c7a"/>
    <p:sldId xmlns:r="http://schemas.openxmlformats.org/officeDocument/2006/relationships" id="274" r:id="R9417dc06b0014323"/>
    <p:sldId xmlns:r="http://schemas.openxmlformats.org/officeDocument/2006/relationships" id="275" r:id="Rd7c62902d41643ab"/>
    <p:sldId xmlns:r="http://schemas.openxmlformats.org/officeDocument/2006/relationships" id="276" r:id="Rd3f40a819d7c460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2874dc214d4e3f" /><Relationship Type="http://schemas.openxmlformats.org/officeDocument/2006/relationships/slideMaster" Target="/ppt/slideMasters/slideMaster1.xml" Id="R0d8c13c08fc54ac3" /><Relationship Type="http://schemas.openxmlformats.org/officeDocument/2006/relationships/notesMaster" Target="/ppt/notesMasters/notesMaster1.xml" Id="R3f3eaf38253a4b93" /><Relationship Type="http://schemas.openxmlformats.org/officeDocument/2006/relationships/presProps" Target="/ppt/presProps.xml" Id="R8e6ca54ced3c4a7a" /><Relationship Type="http://schemas.openxmlformats.org/officeDocument/2006/relationships/tableStyles" Target="/ppt/tableStyles.xml" Id="Redbae7bcd6394d29" /><Relationship Type="http://schemas.openxmlformats.org/officeDocument/2006/relationships/slide" Target="/ppt/slides/slide1.xml" Id="R36b691d966ce4bf5" /><Relationship Type="http://schemas.openxmlformats.org/officeDocument/2006/relationships/slide" Target="/ppt/slides/slide2.xml" Id="Re23f4476c14a43d2" /><Relationship Type="http://schemas.openxmlformats.org/officeDocument/2006/relationships/slide" Target="/ppt/slides/slide3.xml" Id="R145297c1a3354f3a" /><Relationship Type="http://schemas.openxmlformats.org/officeDocument/2006/relationships/slide" Target="/ppt/slides/slide4.xml" Id="R360beb19bf684271" /><Relationship Type="http://schemas.openxmlformats.org/officeDocument/2006/relationships/slide" Target="/ppt/slides/slide5.xml" Id="R2a4075224e564f5f" /><Relationship Type="http://schemas.openxmlformats.org/officeDocument/2006/relationships/slide" Target="/ppt/slides/slide6.xml" Id="R12fddec8f1034011" /><Relationship Type="http://schemas.openxmlformats.org/officeDocument/2006/relationships/slide" Target="/ppt/slides/slide7.xml" Id="R08c5134257484715" /><Relationship Type="http://schemas.openxmlformats.org/officeDocument/2006/relationships/slide" Target="/ppt/slides/slide8.xml" Id="R5bb03aefaf664dc4" /><Relationship Type="http://schemas.openxmlformats.org/officeDocument/2006/relationships/slide" Target="/ppt/slides/slide9.xml" Id="Rb3d1c963bcac4870" /><Relationship Type="http://schemas.openxmlformats.org/officeDocument/2006/relationships/slide" Target="/ppt/slides/slide10.xml" Id="Rb84ba7a2c31a48bf" /><Relationship Type="http://schemas.openxmlformats.org/officeDocument/2006/relationships/slide" Target="/ppt/slides/slide11.xml" Id="R97f79cc0e5cb4b98" /><Relationship Type="http://schemas.openxmlformats.org/officeDocument/2006/relationships/slide" Target="/ppt/slides/slide12.xml" Id="R37d558040ac044b8" /><Relationship Type="http://schemas.openxmlformats.org/officeDocument/2006/relationships/slide" Target="/ppt/slides/slide13.xml" Id="R4274f2780c804145" /><Relationship Type="http://schemas.openxmlformats.org/officeDocument/2006/relationships/slide" Target="/ppt/slides/slide14.xml" Id="Rb401c937228d48c1" /><Relationship Type="http://schemas.openxmlformats.org/officeDocument/2006/relationships/slide" Target="/ppt/slides/slide15.xml" Id="R693fada3dddd47e7" /><Relationship Type="http://schemas.openxmlformats.org/officeDocument/2006/relationships/slide" Target="/ppt/slides/slide16.xml" Id="R30385197d8674928" /><Relationship Type="http://schemas.openxmlformats.org/officeDocument/2006/relationships/slide" Target="/ppt/slides/slide17.xml" Id="R9e111b3f233e467d" /><Relationship Type="http://schemas.openxmlformats.org/officeDocument/2006/relationships/slide" Target="/ppt/slides/slide18.xml" Id="R3b13abec25b44c7a" /><Relationship Type="http://schemas.openxmlformats.org/officeDocument/2006/relationships/slide" Target="/ppt/slides/slide19.xml" Id="R9417dc06b0014323" /><Relationship Type="http://schemas.openxmlformats.org/officeDocument/2006/relationships/slide" Target="/ppt/slides/slide20.xml" Id="Rd7c62902d41643ab" /><Relationship Type="http://schemas.openxmlformats.org/officeDocument/2006/relationships/slide" Target="/ppt/slides/slide21.xml" Id="Rd3f40a819d7c46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ed9b9bc05342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05d59b0c7d4046" /><Relationship Type="http://schemas.openxmlformats.org/officeDocument/2006/relationships/notesMaster" Target="/ppt/notesMasters/notesMaster1.xml" Id="R1fe7f3e8148e4a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f82e7eaaad472b" /><Relationship Type="http://schemas.openxmlformats.org/officeDocument/2006/relationships/notesMaster" Target="/ppt/notesMasters/notesMaster1.xml" Id="Rb09d3d15324347f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d082d42f494502" /><Relationship Type="http://schemas.openxmlformats.org/officeDocument/2006/relationships/notesMaster" Target="/ppt/notesMasters/notesMaster1.xml" Id="Ra6fd478d68f046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520f51a4ed44dc" /><Relationship Type="http://schemas.openxmlformats.org/officeDocument/2006/relationships/notesMaster" Target="/ppt/notesMasters/notesMaster1.xml" Id="Rc7fa614f3a1b403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3d8df2255a4534" /><Relationship Type="http://schemas.openxmlformats.org/officeDocument/2006/relationships/notesMaster" Target="/ppt/notesMasters/notesMaster1.xml" Id="R4acceea189ad4b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648f20c48074b93" /><Relationship Type="http://schemas.openxmlformats.org/officeDocument/2006/relationships/notesMaster" Target="/ppt/notesMasters/notesMaster1.xml" Id="Rceab63f109c243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1fe3eb6304b45a7" /><Relationship Type="http://schemas.openxmlformats.org/officeDocument/2006/relationships/notesMaster" Target="/ppt/notesMasters/notesMaster1.xml" Id="R71baf2e59b9343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66ecd065674caa" /><Relationship Type="http://schemas.openxmlformats.org/officeDocument/2006/relationships/notesMaster" Target="/ppt/notesMasters/notesMaster1.xml" Id="R8d4aea614427458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b98ee40766e451f" /><Relationship Type="http://schemas.openxmlformats.org/officeDocument/2006/relationships/notesMaster" Target="/ppt/notesMasters/notesMaster1.xml" Id="R748fc585a24041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07eef22e58410f" /><Relationship Type="http://schemas.openxmlformats.org/officeDocument/2006/relationships/notesMaster" Target="/ppt/notesMasters/notesMaster1.xml" Id="R24753da77bd045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b7e24d1ffe4eff" /><Relationship Type="http://schemas.openxmlformats.org/officeDocument/2006/relationships/notesMaster" Target="/ppt/notesMasters/notesMaster1.xml" Id="R4d3fa7240fef498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72cdde76a54a8e" /><Relationship Type="http://schemas.openxmlformats.org/officeDocument/2006/relationships/notesMaster" Target="/ppt/notesMasters/notesMaster1.xml" Id="Rf3153f8ec75f4e1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9e0f021ea3c4dba" /><Relationship Type="http://schemas.openxmlformats.org/officeDocument/2006/relationships/notesMaster" Target="/ppt/notesMasters/notesMaster1.xml" Id="Rab1fd16a103647b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ee2be2fc714142" /><Relationship Type="http://schemas.openxmlformats.org/officeDocument/2006/relationships/notesMaster" Target="/ppt/notesMasters/notesMaster1.xml" Id="Ra3899567c01a48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831093e61574c6d" /><Relationship Type="http://schemas.openxmlformats.org/officeDocument/2006/relationships/notesMaster" Target="/ppt/notesMasters/notesMaster1.xml" Id="Re382a931b6364e7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118e0e4225042b3" /><Relationship Type="http://schemas.openxmlformats.org/officeDocument/2006/relationships/notesMaster" Target="/ppt/notesMasters/notesMaster1.xml" Id="R68aefacbe086424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8561f4d5cab4856" /><Relationship Type="http://schemas.openxmlformats.org/officeDocument/2006/relationships/notesMaster" Target="/ppt/notesMasters/notesMaster1.xml" Id="Rd2438071c6f14b5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8dabefc0f8d4c95" /><Relationship Type="http://schemas.openxmlformats.org/officeDocument/2006/relationships/notesMaster" Target="/ppt/notesMasters/notesMaster1.xml" Id="Rb3c2f71d974447b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054e9a7fc9043b1" /><Relationship Type="http://schemas.openxmlformats.org/officeDocument/2006/relationships/notesMaster" Target="/ppt/notesMasters/notesMaster1.xml" Id="R3e3290f7e6ee476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9c0f062557a490c" /><Relationship Type="http://schemas.openxmlformats.org/officeDocument/2006/relationships/notesMaster" Target="/ppt/notesMasters/notesMaster1.xml" Id="R1e4696662f074b3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ed29c6db0a34d1e" /><Relationship Type="http://schemas.openxmlformats.org/officeDocument/2006/relationships/notesMaster" Target="/ppt/notesMasters/notesMaster1.xml" Id="Rbfd2f15861a74c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a485d96b8c4e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ce4633085d454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1e837590ed44b2" /><Relationship Type="http://schemas.openxmlformats.org/officeDocument/2006/relationships/slideLayout" Target="/ppt/slideLayouts/slideLayout1.xml" Id="Rf37ba9f8a5864b01" /><Relationship Type="http://schemas.openxmlformats.org/officeDocument/2006/relationships/slideLayout" Target="/ppt/slideLayouts/slideLayout2.xml" Id="R20bd40922a51418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7ba9f8a5864b01"/>
    <p:sldLayoutId xmlns:r="http://schemas.openxmlformats.org/officeDocument/2006/relationships" id="2147483650" r:id="R20bd40922a51418f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b7cdd271e842e7" /><Relationship Type="http://schemas.openxmlformats.org/officeDocument/2006/relationships/image" Target="/ppt/media/image.png" Id="R776e2308c68b4239" /><Relationship Type="http://schemas.openxmlformats.org/officeDocument/2006/relationships/image" Target="/ppt/media/image2.png" Id="R9bbe28af3726479a" /><Relationship Type="http://schemas.openxmlformats.org/officeDocument/2006/relationships/notesSlide" Target="/ppt/notesSlides/notesSlide1.xml" Id="R5ee946d39ea242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89c284ec13649b2" /><Relationship Type="http://schemas.openxmlformats.org/officeDocument/2006/relationships/image" Target="/ppt/media/image2.png" Id="R4fe708527cf24b9a" /><Relationship Type="http://schemas.openxmlformats.org/officeDocument/2006/relationships/notesSlide" Target="/ppt/notesSlides/notesSlide2.xml" Id="Raed6a34dbd7944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24a6b14eb84061" /><Relationship Type="http://schemas.openxmlformats.org/officeDocument/2006/relationships/image" Target="/ppt/media/image2.png" Id="R677e6f5e56a34341" /><Relationship Type="http://schemas.openxmlformats.org/officeDocument/2006/relationships/notesSlide" Target="/ppt/notesSlides/notesSlide3.xml" Id="R2cccf7133223498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3550b9685040d1" /><Relationship Type="http://schemas.openxmlformats.org/officeDocument/2006/relationships/image" Target="/ppt/media/image2.png" Id="R52494159cc5e4314" /><Relationship Type="http://schemas.openxmlformats.org/officeDocument/2006/relationships/notesSlide" Target="/ppt/notesSlides/notesSlide4.xml" Id="R1c1d37b5970b4e1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4f7877c7fe44d5" /><Relationship Type="http://schemas.openxmlformats.org/officeDocument/2006/relationships/image" Target="/ppt/media/image2.png" Id="R7feecdb010a8496a" /><Relationship Type="http://schemas.openxmlformats.org/officeDocument/2006/relationships/notesSlide" Target="/ppt/notesSlides/notesSlide5.xml" Id="R780dda0799874b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9524c260154a21" /><Relationship Type="http://schemas.openxmlformats.org/officeDocument/2006/relationships/image" Target="/ppt/media/image2.png" Id="R1dc06c1e48c04ba5" /><Relationship Type="http://schemas.openxmlformats.org/officeDocument/2006/relationships/notesSlide" Target="/ppt/notesSlides/notesSlide6.xml" Id="Rf1916f68b85942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78494eebe14a78" /><Relationship Type="http://schemas.openxmlformats.org/officeDocument/2006/relationships/image" Target="/ppt/media/image2.png" Id="R100da740d93d4b90" /><Relationship Type="http://schemas.openxmlformats.org/officeDocument/2006/relationships/notesSlide" Target="/ppt/notesSlides/notesSlide7.xml" Id="Rf911efce6c4146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694899d58e41f2" /><Relationship Type="http://schemas.openxmlformats.org/officeDocument/2006/relationships/image" Target="/ppt/media/image2.png" Id="R079bf093177d4c4c" /><Relationship Type="http://schemas.openxmlformats.org/officeDocument/2006/relationships/notesSlide" Target="/ppt/notesSlides/notesSlide8.xml" Id="Rbd0cd9b3645d40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84fb6ce60e432c" /><Relationship Type="http://schemas.openxmlformats.org/officeDocument/2006/relationships/image" Target="/ppt/media/image2.png" Id="R27c7e93bd9134591" /><Relationship Type="http://schemas.openxmlformats.org/officeDocument/2006/relationships/notesSlide" Target="/ppt/notesSlides/notesSlide9.xml" Id="R483d971645084b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9f3ab8cb054987" /><Relationship Type="http://schemas.openxmlformats.org/officeDocument/2006/relationships/image" Target="/ppt/media/image2.png" Id="R48446293df4d4053" /><Relationship Type="http://schemas.openxmlformats.org/officeDocument/2006/relationships/notesSlide" Target="/ppt/notesSlides/notesSlide10.xml" Id="R1469342cb8a44c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6141e744834092" /><Relationship Type="http://schemas.openxmlformats.org/officeDocument/2006/relationships/image" Target="/ppt/media/image2.png" Id="R04aa107aba0340e4" /><Relationship Type="http://schemas.openxmlformats.org/officeDocument/2006/relationships/notesSlide" Target="/ppt/notesSlides/notesSlide11.xml" Id="R4050a1ce307a49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a6460fb23742dc" /><Relationship Type="http://schemas.openxmlformats.org/officeDocument/2006/relationships/image" Target="/ppt/media/image2.png" Id="R47a651a36a0f4b6c" /><Relationship Type="http://schemas.openxmlformats.org/officeDocument/2006/relationships/notesSlide" Target="/ppt/notesSlides/notesSlide12.xml" Id="R130279858bad433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910fd300e04ccf" /><Relationship Type="http://schemas.openxmlformats.org/officeDocument/2006/relationships/image" Target="/ppt/media/image2.png" Id="R6a8592ace8764385" /><Relationship Type="http://schemas.openxmlformats.org/officeDocument/2006/relationships/notesSlide" Target="/ppt/notesSlides/notesSlide13.xml" Id="R06cf3e89ec54471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897ed501864bed" /><Relationship Type="http://schemas.openxmlformats.org/officeDocument/2006/relationships/image" Target="/ppt/media/image2.png" Id="R880718c476d644cd" /><Relationship Type="http://schemas.openxmlformats.org/officeDocument/2006/relationships/notesSlide" Target="/ppt/notesSlides/notesSlide14.xml" Id="R3a5706f36ebf464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5bc17164c64cb0" /><Relationship Type="http://schemas.openxmlformats.org/officeDocument/2006/relationships/image" Target="/ppt/media/image2.png" Id="R919a366766084001" /><Relationship Type="http://schemas.openxmlformats.org/officeDocument/2006/relationships/notesSlide" Target="/ppt/notesSlides/notesSlide15.xml" Id="Rc72d8a82b64448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4189a8c7624c20" /><Relationship Type="http://schemas.openxmlformats.org/officeDocument/2006/relationships/image" Target="/ppt/media/image2.png" Id="Rcbc356492f4b4757" /><Relationship Type="http://schemas.openxmlformats.org/officeDocument/2006/relationships/notesSlide" Target="/ppt/notesSlides/notesSlide16.xml" Id="Rd7851716e77b49c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99fd30213942bc" /><Relationship Type="http://schemas.openxmlformats.org/officeDocument/2006/relationships/image" Target="/ppt/media/image2.png" Id="Rd18bd1627e874d43" /><Relationship Type="http://schemas.openxmlformats.org/officeDocument/2006/relationships/notesSlide" Target="/ppt/notesSlides/notesSlide17.xml" Id="R50d1da7d43e4431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7024e42f834793" /><Relationship Type="http://schemas.openxmlformats.org/officeDocument/2006/relationships/image" Target="/ppt/media/image2.png" Id="Rbddca698e13844a1" /><Relationship Type="http://schemas.openxmlformats.org/officeDocument/2006/relationships/notesSlide" Target="/ppt/notesSlides/notesSlide18.xml" Id="R1c1cde7393be473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485d82a73145f5" /><Relationship Type="http://schemas.openxmlformats.org/officeDocument/2006/relationships/image" Target="/ppt/media/image2.png" Id="Rfbf19be5167c4ed0" /><Relationship Type="http://schemas.openxmlformats.org/officeDocument/2006/relationships/notesSlide" Target="/ppt/notesSlides/notesSlide19.xml" Id="Re0fd4640361c479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b727cfaf774144" /><Relationship Type="http://schemas.openxmlformats.org/officeDocument/2006/relationships/image" Target="/ppt/media/image2.png" Id="Ra90182be6b01473d" /><Relationship Type="http://schemas.openxmlformats.org/officeDocument/2006/relationships/notesSlide" Target="/ppt/notesSlides/notesSlide20.xml" Id="Rc677fd28d075426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8d4300dbb246d8" /><Relationship Type="http://schemas.openxmlformats.org/officeDocument/2006/relationships/image" Target="/ppt/media/image.png" Id="R482c3338ea8b419a" /><Relationship Type="http://schemas.openxmlformats.org/officeDocument/2006/relationships/image" Target="/ppt/media/image2.png" Id="R5212baf368b34d5d" /><Relationship Type="http://schemas.openxmlformats.org/officeDocument/2006/relationships/notesSlide" Target="/ppt/notesSlides/notesSlide21.xml" Id="R84746a9f38cb4a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6e2308c68b42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be28af372647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Teori Antrian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Gumgum Darmawan,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Teori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Antrian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e708527cf24b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Teori Antrian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275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Setelah mempelajari bagian ini, mahasiswa diharapkan mampu menjelaskan konsep utama pendahuluan dan konsep dasar teori antrian, menghubungkannya dengan kerangka…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teori antrian dan pendahuluan dan teori secara…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variasi : m/m/∞, kapasitas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Layanan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Rumah sakit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Transportasi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Telekomunikasi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Administrasi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e6f5e56a343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teori antrian dan pendahuluan dan teori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variasi : m/m/∞, kapasitas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494159cc5e43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dan, Komponen Sistem, Notasi Kendall, Hukum Little dan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M/M/1: Satu, M/M/c dan Erlang C, Variasi Model, UTS: Proyek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Simulasi Kejadian, Algoritma Simulasi, Implementasi, Evaluasi Hasil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Jaringan Antrian, Antrian Prioritas, Inovasi Model dan, UAS: Penulisan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eecdb010a849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Teori Antrian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c06c1e48c04b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da740d93d4b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 dan, Komponen Sistem, Notasi Kendall, Hukum Little dan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dan Konsep Dasar Teori…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Sistem Antrian…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Notasi Kendall, Parameter Kinerja…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dan Konsep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Komponen Sistem Antrian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Notasi Kendall, Parameter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Hukum Little dan Ukuran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M/M/1: Satu Server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9bf093177d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Notasi Kendall, Hukum Little dan, M/M/1: Satu, M/M/c dan Erlang C, Variasi Model, UTS…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Notasi Kendall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notasi…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2073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Hukum Little dan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hukum little…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M/M/1: Satu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m/m/1: satu…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812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M/M/c dan Erlang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m/m/c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Variasi Model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variasi…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UTS: Proyek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Konsep, asumsi, dan penerapan uts: proyek…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02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Estimasikan parameter yang relevan, terutama λ , μ , c , dan…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a=(λ)/(μ), =(a)/(c), P(W_q&gt;0)=C(c,a)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c7e93bd91345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=(λ)/(μ), P_0=1-, L_s=()/(1-), W_s=(1)/(μ-λ)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M/M/1: Satu Server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M/M/c dan Erlang C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Variasi Model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Simulasi Kejadian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Konsep, asumsi…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446293df4d40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L_q=(λ^2Var(S)+^2)/(2(1-))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a107aba0340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a651a36a0f4b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592ace8764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Simulasi Kejadian, Algoritma Simulasi, Implementasi, Evaluasi Hasil, Jaringan Antrian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t_next=(t_arrival,t_departure)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Estimasikan parameter yang relevan, terutama λ , μ , c…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λ_i=e_i+Σ_jλ_jp_ji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Pengantar Simulasi Kejadian Diskrit…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Algoritma Simulasi Antrian dan Replikasi…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Implementasi Simulasi dengan R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Hasil Simulasi, Warm-Up, dan…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Jaringan Antrian dan Model Layanan…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718c476d644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9a3667660840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Algoritma Simulasi Antrian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Implementasi Simulasi dengan R dan…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Evaluasi Hasil Simulasi, Warm-Up,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Jaringan Antrian dan Model Layanan…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Antrian Prioritas, Reneging, Balking…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Inovasi Model dan Kajian Literatur…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c356492f4b47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8bd1627e874d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dca698e13844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Implementasi Simulasi dengan R dan…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Evaluasi Hasil Simulasi, Warm-Up…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Jaringan Antrian dan Model Layanan…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Antrian Prioritas, Reneging…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Inovasi Model dan Kajian Literatur…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UAS: Penulisan Ilmiah dan…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19be5167c4e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dan Konsep…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Komponen Sistem Antrian…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Model M/M/1: Satu Server…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UTS: Proyek Pendahuluan…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Algoritma Simulasi…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Inovasi Model dan Kajian…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0182be6b0147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Teori Antrian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Mengapa…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utilisasi yang terlalu…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 perbedaan…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perbedaan antara laju…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model…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model M/M/1 masih…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 cara…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cara membedakan…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Mengapa…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persentil waktu tunggu…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2c3338ea8b41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2baf368b34d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Teori Antrian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Teori Antrian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2026-06-22T07:45:28.4090000Z</dcterms:created>
  <dcterms:modified xsi:type="dcterms:W3CDTF">2026-06-22T07:45:28.4090000Z</dcterms:modified>
</coreProperties>
</file>