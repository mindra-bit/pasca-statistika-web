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7c834b2fd24117" /><Relationship Type="http://schemas.openxmlformats.org/officeDocument/2006/relationships/extended-properties" Target="/docProps/app.xml" Id="Re6754c0640e7489c" /><Relationship Type="http://schemas.openxmlformats.org/officeDocument/2006/relationships/officeDocument" Target="/ppt/presentation.xml" Id="Re7312f97d85848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80938399cc4622"/>
  </p:sldMasterIdLst>
  <p:notesMasterIdLst>
    <p:notesMasterId xmlns:r="http://schemas.openxmlformats.org/officeDocument/2006/relationships" r:id="Rd1e723cadab74657"/>
  </p:notesMasterIdLst>
  <p:sldIdLst>
    <p:sldId xmlns:r="http://schemas.openxmlformats.org/officeDocument/2006/relationships" id="256" r:id="R0a2cd4c863a5482f"/>
    <p:sldId xmlns:r="http://schemas.openxmlformats.org/officeDocument/2006/relationships" id="257" r:id="Rfff0153c00184e37"/>
    <p:sldId xmlns:r="http://schemas.openxmlformats.org/officeDocument/2006/relationships" id="258" r:id="R1d80200f61c741ff"/>
    <p:sldId xmlns:r="http://schemas.openxmlformats.org/officeDocument/2006/relationships" id="259" r:id="R4427189f3c3f4823"/>
    <p:sldId xmlns:r="http://schemas.openxmlformats.org/officeDocument/2006/relationships" id="260" r:id="R01e8405d66024c37"/>
    <p:sldId xmlns:r="http://schemas.openxmlformats.org/officeDocument/2006/relationships" id="261" r:id="R989fccdaeed94d22"/>
    <p:sldId xmlns:r="http://schemas.openxmlformats.org/officeDocument/2006/relationships" id="262" r:id="Refdb189e07bd4080"/>
    <p:sldId xmlns:r="http://schemas.openxmlformats.org/officeDocument/2006/relationships" id="263" r:id="R3e8ee2349fe54758"/>
    <p:sldId xmlns:r="http://schemas.openxmlformats.org/officeDocument/2006/relationships" id="264" r:id="R6f61625bdf534d5d"/>
    <p:sldId xmlns:r="http://schemas.openxmlformats.org/officeDocument/2006/relationships" id="265" r:id="R2102a7e0acf849db"/>
    <p:sldId xmlns:r="http://schemas.openxmlformats.org/officeDocument/2006/relationships" id="266" r:id="R07619b5404d44466"/>
    <p:sldId xmlns:r="http://schemas.openxmlformats.org/officeDocument/2006/relationships" id="267" r:id="R782342ea4702461f"/>
    <p:sldId xmlns:r="http://schemas.openxmlformats.org/officeDocument/2006/relationships" id="268" r:id="R5d7ed46d94d8433f"/>
    <p:sldId xmlns:r="http://schemas.openxmlformats.org/officeDocument/2006/relationships" id="269" r:id="R2f48b459142848a1"/>
    <p:sldId xmlns:r="http://schemas.openxmlformats.org/officeDocument/2006/relationships" id="270" r:id="Rf94a8d2e46d14793"/>
    <p:sldId xmlns:r="http://schemas.openxmlformats.org/officeDocument/2006/relationships" id="271" r:id="R513a5bbfad5c445e"/>
    <p:sldId xmlns:r="http://schemas.openxmlformats.org/officeDocument/2006/relationships" id="272" r:id="Raaa70b03362a4eaf"/>
    <p:sldId xmlns:r="http://schemas.openxmlformats.org/officeDocument/2006/relationships" id="273" r:id="Rc9751b4db7c04205"/>
    <p:sldId xmlns:r="http://schemas.openxmlformats.org/officeDocument/2006/relationships" id="274" r:id="Re206123bfe474582"/>
    <p:sldId xmlns:r="http://schemas.openxmlformats.org/officeDocument/2006/relationships" id="275" r:id="Rb7f6d9172fc342b4"/>
    <p:sldId xmlns:r="http://schemas.openxmlformats.org/officeDocument/2006/relationships" id="276" r:id="R1579826517fc42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b5835f0111417a" /><Relationship Type="http://schemas.openxmlformats.org/officeDocument/2006/relationships/slideMaster" Target="/ppt/slideMasters/slideMaster1.xml" Id="R9380938399cc4622" /><Relationship Type="http://schemas.openxmlformats.org/officeDocument/2006/relationships/notesMaster" Target="/ppt/notesMasters/notesMaster1.xml" Id="Rd1e723cadab74657" /><Relationship Type="http://schemas.openxmlformats.org/officeDocument/2006/relationships/presProps" Target="/ppt/presProps.xml" Id="R4c176caac3ac41e1" /><Relationship Type="http://schemas.openxmlformats.org/officeDocument/2006/relationships/tableStyles" Target="/ppt/tableStyles.xml" Id="R81b5a4d9687144eb" /><Relationship Type="http://schemas.openxmlformats.org/officeDocument/2006/relationships/slide" Target="/ppt/slides/slide1.xml" Id="R0a2cd4c863a5482f" /><Relationship Type="http://schemas.openxmlformats.org/officeDocument/2006/relationships/slide" Target="/ppt/slides/slide2.xml" Id="Rfff0153c00184e37" /><Relationship Type="http://schemas.openxmlformats.org/officeDocument/2006/relationships/slide" Target="/ppt/slides/slide3.xml" Id="R1d80200f61c741ff" /><Relationship Type="http://schemas.openxmlformats.org/officeDocument/2006/relationships/slide" Target="/ppt/slides/slide4.xml" Id="R4427189f3c3f4823" /><Relationship Type="http://schemas.openxmlformats.org/officeDocument/2006/relationships/slide" Target="/ppt/slides/slide5.xml" Id="R01e8405d66024c37" /><Relationship Type="http://schemas.openxmlformats.org/officeDocument/2006/relationships/slide" Target="/ppt/slides/slide6.xml" Id="R989fccdaeed94d22" /><Relationship Type="http://schemas.openxmlformats.org/officeDocument/2006/relationships/slide" Target="/ppt/slides/slide7.xml" Id="Refdb189e07bd4080" /><Relationship Type="http://schemas.openxmlformats.org/officeDocument/2006/relationships/slide" Target="/ppt/slides/slide8.xml" Id="R3e8ee2349fe54758" /><Relationship Type="http://schemas.openxmlformats.org/officeDocument/2006/relationships/slide" Target="/ppt/slides/slide9.xml" Id="R6f61625bdf534d5d" /><Relationship Type="http://schemas.openxmlformats.org/officeDocument/2006/relationships/slide" Target="/ppt/slides/slide10.xml" Id="R2102a7e0acf849db" /><Relationship Type="http://schemas.openxmlformats.org/officeDocument/2006/relationships/slide" Target="/ppt/slides/slide11.xml" Id="R07619b5404d44466" /><Relationship Type="http://schemas.openxmlformats.org/officeDocument/2006/relationships/slide" Target="/ppt/slides/slide12.xml" Id="R782342ea4702461f" /><Relationship Type="http://schemas.openxmlformats.org/officeDocument/2006/relationships/slide" Target="/ppt/slides/slide13.xml" Id="R5d7ed46d94d8433f" /><Relationship Type="http://schemas.openxmlformats.org/officeDocument/2006/relationships/slide" Target="/ppt/slides/slide14.xml" Id="R2f48b459142848a1" /><Relationship Type="http://schemas.openxmlformats.org/officeDocument/2006/relationships/slide" Target="/ppt/slides/slide15.xml" Id="Rf94a8d2e46d14793" /><Relationship Type="http://schemas.openxmlformats.org/officeDocument/2006/relationships/slide" Target="/ppt/slides/slide16.xml" Id="R513a5bbfad5c445e" /><Relationship Type="http://schemas.openxmlformats.org/officeDocument/2006/relationships/slide" Target="/ppt/slides/slide17.xml" Id="Raaa70b03362a4eaf" /><Relationship Type="http://schemas.openxmlformats.org/officeDocument/2006/relationships/slide" Target="/ppt/slides/slide18.xml" Id="Rc9751b4db7c04205" /><Relationship Type="http://schemas.openxmlformats.org/officeDocument/2006/relationships/slide" Target="/ppt/slides/slide19.xml" Id="Re206123bfe474582" /><Relationship Type="http://schemas.openxmlformats.org/officeDocument/2006/relationships/slide" Target="/ppt/slides/slide20.xml" Id="Rb7f6d9172fc342b4" /><Relationship Type="http://schemas.openxmlformats.org/officeDocument/2006/relationships/slide" Target="/ppt/slides/slide21.xml" Id="R1579826517fc42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863ea5712a44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28dfa75f994fcd" /><Relationship Type="http://schemas.openxmlformats.org/officeDocument/2006/relationships/notesMaster" Target="/ppt/notesMasters/notesMaster1.xml" Id="Raac35acbbe6f43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693e43f209456d" /><Relationship Type="http://schemas.openxmlformats.org/officeDocument/2006/relationships/notesMaster" Target="/ppt/notesMasters/notesMaster1.xml" Id="R77d450331d5f45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2216038f864383" /><Relationship Type="http://schemas.openxmlformats.org/officeDocument/2006/relationships/notesMaster" Target="/ppt/notesMasters/notesMaster1.xml" Id="Rd920c956de004a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de4a02907f477c" /><Relationship Type="http://schemas.openxmlformats.org/officeDocument/2006/relationships/notesMaster" Target="/ppt/notesMasters/notesMaster1.xml" Id="Rdd6f31595d5d40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6177692d9c40b3" /><Relationship Type="http://schemas.openxmlformats.org/officeDocument/2006/relationships/notesMaster" Target="/ppt/notesMasters/notesMaster1.xml" Id="R62307bb1f5734c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4c62a6adea4c1b" /><Relationship Type="http://schemas.openxmlformats.org/officeDocument/2006/relationships/notesMaster" Target="/ppt/notesMasters/notesMaster1.xml" Id="R9c292265485349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f0ba1d56d1467d" /><Relationship Type="http://schemas.openxmlformats.org/officeDocument/2006/relationships/notesMaster" Target="/ppt/notesMasters/notesMaster1.xml" Id="Raf99c41a38c442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a9735d23424fba" /><Relationship Type="http://schemas.openxmlformats.org/officeDocument/2006/relationships/notesMaster" Target="/ppt/notesMasters/notesMaster1.xml" Id="Rbbfba287201740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46feeab82b4adf" /><Relationship Type="http://schemas.openxmlformats.org/officeDocument/2006/relationships/notesMaster" Target="/ppt/notesMasters/notesMaster1.xml" Id="R46aaae4e482845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8977d1592943ae" /><Relationship Type="http://schemas.openxmlformats.org/officeDocument/2006/relationships/notesMaster" Target="/ppt/notesMasters/notesMaster1.xml" Id="R3ec074eee16545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5a5ff819bc4a0c" /><Relationship Type="http://schemas.openxmlformats.org/officeDocument/2006/relationships/notesMaster" Target="/ppt/notesMasters/notesMaster1.xml" Id="R9270facbf33747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8b064943a24ef8" /><Relationship Type="http://schemas.openxmlformats.org/officeDocument/2006/relationships/notesMaster" Target="/ppt/notesMasters/notesMaster1.xml" Id="Rf257651b1a914c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c2bfbb67bc4838" /><Relationship Type="http://schemas.openxmlformats.org/officeDocument/2006/relationships/notesMaster" Target="/ppt/notesMasters/notesMaster1.xml" Id="Rc5e8fe18e2c446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ae363d8beb4404" /><Relationship Type="http://schemas.openxmlformats.org/officeDocument/2006/relationships/notesMaster" Target="/ppt/notesMasters/notesMaster1.xml" Id="R83fa60f9c66b4b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db303b87934f36" /><Relationship Type="http://schemas.openxmlformats.org/officeDocument/2006/relationships/notesMaster" Target="/ppt/notesMasters/notesMaster1.xml" Id="Refb644a6a8b542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a1dc14f654429f" /><Relationship Type="http://schemas.openxmlformats.org/officeDocument/2006/relationships/notesMaster" Target="/ppt/notesMasters/notesMaster1.xml" Id="Re7d46957818144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040f7d2bf7468d" /><Relationship Type="http://schemas.openxmlformats.org/officeDocument/2006/relationships/notesMaster" Target="/ppt/notesMasters/notesMaster1.xml" Id="R703b0e3e10bc42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9d48ccffbf4ebc" /><Relationship Type="http://schemas.openxmlformats.org/officeDocument/2006/relationships/notesMaster" Target="/ppt/notesMasters/notesMaster1.xml" Id="R865781f72cc44b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66593c9b8f4fad" /><Relationship Type="http://schemas.openxmlformats.org/officeDocument/2006/relationships/notesMaster" Target="/ppt/notesMasters/notesMaster1.xml" Id="R1aea35a456c4467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2d6f89e5f94563" /><Relationship Type="http://schemas.openxmlformats.org/officeDocument/2006/relationships/notesMaster" Target="/ppt/notesMasters/notesMaster1.xml" Id="Re0defde2db5c466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eeefaf4b674246" /><Relationship Type="http://schemas.openxmlformats.org/officeDocument/2006/relationships/notesMaster" Target="/ppt/notesMasters/notesMaster1.xml" Id="Rda23079a77744f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58462c89f4d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bf7f7657c4a5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53c4c94fd04aba" /><Relationship Type="http://schemas.openxmlformats.org/officeDocument/2006/relationships/slideLayout" Target="/ppt/slideLayouts/slideLayout1.xml" Id="Rd5899fb3a2e44ae8" /><Relationship Type="http://schemas.openxmlformats.org/officeDocument/2006/relationships/slideLayout" Target="/ppt/slideLayouts/slideLayout2.xml" Id="R0940374aacc540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899fb3a2e44ae8"/>
    <p:sldLayoutId xmlns:r="http://schemas.openxmlformats.org/officeDocument/2006/relationships" id="2147483650" r:id="R0940374aacc54097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f4d7e1d64947cb" /><Relationship Type="http://schemas.openxmlformats.org/officeDocument/2006/relationships/image" Target="/ppt/media/image.png" Id="R4732f1ea87d04a2b" /><Relationship Type="http://schemas.openxmlformats.org/officeDocument/2006/relationships/image" Target="/ppt/media/image2.png" Id="R5f4dd5bedba34619" /><Relationship Type="http://schemas.openxmlformats.org/officeDocument/2006/relationships/notesSlide" Target="/ppt/notesSlides/notesSlide1.xml" Id="Rde649322620b4b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2229d8b0eb466c" /><Relationship Type="http://schemas.openxmlformats.org/officeDocument/2006/relationships/image" Target="/ppt/media/image2.png" Id="Rba0e4980e00d4dbc" /><Relationship Type="http://schemas.openxmlformats.org/officeDocument/2006/relationships/notesSlide" Target="/ppt/notesSlides/notesSlide2.xml" Id="Rc29f36e4f77046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7017c4f2014a8e" /><Relationship Type="http://schemas.openxmlformats.org/officeDocument/2006/relationships/image" Target="/ppt/media/image2.png" Id="Rb7fc3dde2c464932" /><Relationship Type="http://schemas.openxmlformats.org/officeDocument/2006/relationships/notesSlide" Target="/ppt/notesSlides/notesSlide3.xml" Id="R6ceaf229161b46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b088627e134166" /><Relationship Type="http://schemas.openxmlformats.org/officeDocument/2006/relationships/image" Target="/ppt/media/image2.png" Id="Rc2fd8aec550d406f" /><Relationship Type="http://schemas.openxmlformats.org/officeDocument/2006/relationships/notesSlide" Target="/ppt/notesSlides/notesSlide4.xml" Id="R36c778f27cce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5bec54fed74eb1" /><Relationship Type="http://schemas.openxmlformats.org/officeDocument/2006/relationships/image" Target="/ppt/media/image2.png" Id="Rdd14d61bb6984804" /><Relationship Type="http://schemas.openxmlformats.org/officeDocument/2006/relationships/notesSlide" Target="/ppt/notesSlides/notesSlide5.xml" Id="R0a14ce5fbdbb4f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3b2fb6bffe4bbd" /><Relationship Type="http://schemas.openxmlformats.org/officeDocument/2006/relationships/image" Target="/ppt/media/image2.png" Id="R466379be7edc4555" /><Relationship Type="http://schemas.openxmlformats.org/officeDocument/2006/relationships/notesSlide" Target="/ppt/notesSlides/notesSlide6.xml" Id="R9f5052c971da45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e92fff94774afa" /><Relationship Type="http://schemas.openxmlformats.org/officeDocument/2006/relationships/image" Target="/ppt/media/image2.png" Id="R36ceab9fcdf14d97" /><Relationship Type="http://schemas.openxmlformats.org/officeDocument/2006/relationships/notesSlide" Target="/ppt/notesSlides/notesSlide7.xml" Id="R62e4ee8257b146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c987475d684f6b" /><Relationship Type="http://schemas.openxmlformats.org/officeDocument/2006/relationships/image" Target="/ppt/media/image2.png" Id="Rd10c0be793c846de" /><Relationship Type="http://schemas.openxmlformats.org/officeDocument/2006/relationships/notesSlide" Target="/ppt/notesSlides/notesSlide8.xml" Id="R898c7471ffc343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d48433980d4e39" /><Relationship Type="http://schemas.openxmlformats.org/officeDocument/2006/relationships/image" Target="/ppt/media/image2.png" Id="Rf979c306c21b4795" /><Relationship Type="http://schemas.openxmlformats.org/officeDocument/2006/relationships/notesSlide" Target="/ppt/notesSlides/notesSlide9.xml" Id="R92858b3c46574d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a395d24e8141d9" /><Relationship Type="http://schemas.openxmlformats.org/officeDocument/2006/relationships/image" Target="/ppt/media/image2.png" Id="R350a37fbf3e645e6" /><Relationship Type="http://schemas.openxmlformats.org/officeDocument/2006/relationships/notesSlide" Target="/ppt/notesSlides/notesSlide10.xml" Id="R7c59810af40e4c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58a62874a44046" /><Relationship Type="http://schemas.openxmlformats.org/officeDocument/2006/relationships/image" Target="/ppt/media/image2.png" Id="Reb5e129edaa54e6e" /><Relationship Type="http://schemas.openxmlformats.org/officeDocument/2006/relationships/notesSlide" Target="/ppt/notesSlides/notesSlide11.xml" Id="R39d6d097f05043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e48a3dbd7849be" /><Relationship Type="http://schemas.openxmlformats.org/officeDocument/2006/relationships/image" Target="/ppt/media/image2.png" Id="R3d9e936439514768" /><Relationship Type="http://schemas.openxmlformats.org/officeDocument/2006/relationships/notesSlide" Target="/ppt/notesSlides/notesSlide12.xml" Id="R7add4c26f9094c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e59350a37340d3" /><Relationship Type="http://schemas.openxmlformats.org/officeDocument/2006/relationships/image" Target="/ppt/media/image2.png" Id="Rfd0b325f770a486f" /><Relationship Type="http://schemas.openxmlformats.org/officeDocument/2006/relationships/notesSlide" Target="/ppt/notesSlides/notesSlide13.xml" Id="Ra180450ece2848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119cca929c40bf" /><Relationship Type="http://schemas.openxmlformats.org/officeDocument/2006/relationships/image" Target="/ppt/media/image2.png" Id="R8d34da49416745d0" /><Relationship Type="http://schemas.openxmlformats.org/officeDocument/2006/relationships/notesSlide" Target="/ppt/notesSlides/notesSlide14.xml" Id="R349620707a194d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c68e6ec64340ea" /><Relationship Type="http://schemas.openxmlformats.org/officeDocument/2006/relationships/image" Target="/ppt/media/image2.png" Id="R8c0d9f7f45004318" /><Relationship Type="http://schemas.openxmlformats.org/officeDocument/2006/relationships/notesSlide" Target="/ppt/notesSlides/notesSlide15.xml" Id="Re48186e5f3ea4c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889e5956134f15" /><Relationship Type="http://schemas.openxmlformats.org/officeDocument/2006/relationships/image" Target="/ppt/media/image2.png" Id="Rd376e42a15e04e13" /><Relationship Type="http://schemas.openxmlformats.org/officeDocument/2006/relationships/notesSlide" Target="/ppt/notesSlides/notesSlide16.xml" Id="Rc865336c62a748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9ef25bf450441f" /><Relationship Type="http://schemas.openxmlformats.org/officeDocument/2006/relationships/image" Target="/ppt/media/image2.png" Id="R76e17501ebe9468e" /><Relationship Type="http://schemas.openxmlformats.org/officeDocument/2006/relationships/notesSlide" Target="/ppt/notesSlides/notesSlide17.xml" Id="R389afb41ed8f40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eb3c4d853147d6" /><Relationship Type="http://schemas.openxmlformats.org/officeDocument/2006/relationships/image" Target="/ppt/media/image2.png" Id="R9667ed547c30429e" /><Relationship Type="http://schemas.openxmlformats.org/officeDocument/2006/relationships/notesSlide" Target="/ppt/notesSlides/notesSlide18.xml" Id="R694d4d64ca8e4b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5f316bbeb74b4d" /><Relationship Type="http://schemas.openxmlformats.org/officeDocument/2006/relationships/image" Target="/ppt/media/image2.png" Id="Rac35865908ef4ad8" /><Relationship Type="http://schemas.openxmlformats.org/officeDocument/2006/relationships/notesSlide" Target="/ppt/notesSlides/notesSlide19.xml" Id="R27d72e66fb6844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3ba5f4c4864c7c" /><Relationship Type="http://schemas.openxmlformats.org/officeDocument/2006/relationships/image" Target="/ppt/media/image2.png" Id="R9befcaee90b64fd0" /><Relationship Type="http://schemas.openxmlformats.org/officeDocument/2006/relationships/notesSlide" Target="/ppt/notesSlides/notesSlide20.xml" Id="Rddaea4bbcac344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43cd5856134f87" /><Relationship Type="http://schemas.openxmlformats.org/officeDocument/2006/relationships/image" Target="/ppt/media/image.png" Id="Rced9aa8c5d704328" /><Relationship Type="http://schemas.openxmlformats.org/officeDocument/2006/relationships/image" Target="/ppt/media/image2.png" Id="Rcf14b5f7b9704853" /><Relationship Type="http://schemas.openxmlformats.org/officeDocument/2006/relationships/notesSlide" Target="/ppt/notesSlides/notesSlide21.xml" Id="R96a550a39faa44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2f1ea87d04a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dd5bedba346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Teori Antrian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Gumgum Darmawan,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Teori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Antrian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e4980e00d4d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Teori Antrian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275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Setelah mempelajari bagian ini, mahasiswa diharapkan mampu menjelaskan konsep utama pendahuluan dan konsep dasar teori antrian, menghubungkannya dengan kerangka…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teori antrian dan pendahuluan dan teori secara…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variasi : m/m/∞, kapasitas pada data dan persoalan…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Layanan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Rumah sakit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Transportasi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Telekomunikasi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Administrasi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c3dde2c464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teori antrian dan pendahuluan dan teori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variasi : m/m/∞, kapasitas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d8aec550d40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dan, Komponen Sistem, Notasi Kendall, Hukum Little dan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M/M/1: Satu, M/M/c dan Erlang C, Variasi Model, UTS: Proyek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Simulasi Kejadian, Algoritma Simulasi, Implementasi, Evaluasi Hasil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Jaringan Antrian, Antrian Prioritas, Inovasi Model dan, UAS: Penulisan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4d61bb69848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Teori Antrian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379be7edc4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eab9fcdf14d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Pendahuluan dan, Komponen Sistem, Notasi Kendall, Hukum Little dan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Pendahuluan dan Konsep Dasar Teori…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Sistem Antrian…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Notasi Kendall, Parameter Kinerja…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dan Konsep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Komponen Sistem Antrian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Notasi Kendall, Parameter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Hukum Little dan Ukuran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M/M/1: Satu Server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c0be793c846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Notasi Kendall, Hukum Little dan, M/M/1: Satu, M/M/c dan Erlang C, Variasi Model, UTS…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Notasi Kendall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notasi…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2073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Hukum Little dan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hukum little…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M/M/1: Satu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m/m/1: satu…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812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M/M/c dan Erlang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m/m/c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Variasi Model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variasi…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UTS: Proyek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Konsep, asumsi, dan penerapan uts: proyek…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Estimasikan parameter yang relevan, terutama λ , μ , c , dan…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a=(λ)/(μ), =(a)/(c), P(W_q&gt;0)=C(c,a)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9c306c21b4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=(λ)/(μ), P_0=1-, L_s=()/(1-), W_s=(1)/(μ-λ)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M/M/1: Satu Server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M/M/c dan Erlang C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Variasi Model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Proyek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Simulasi Kejadian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Konsep, asumsi…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a37fbf3e645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L_q=(λ^2Var(S)+^2)/(2(1-))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e129edaa54e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e9364395147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b325f770a48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Simulasi Kejadian, Algoritma Simulasi, Implementasi, Evaluasi Hasil, Jaringan Antrian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t_next=(t_arrival,t_departure)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Estimasikan parameter yang relevan, terutama λ , μ , c…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λ_i=e_i+Σ_jλ_jp_ji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Pengantar Simulasi Kejadian Diskrit…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Algoritma Simulasi Antrian dan Replikasi…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Implementasi Simulasi dengan R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Hasil Simulasi, Warm-Up, dan…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Jaringan Antrian dan Model Layanan…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4da49416745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d9f7f45004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Algoritma Simulasi Antrian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Implementasi Simulasi dengan R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Evaluasi Hasil Simulasi, Warm-Up,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Jaringan Antrian dan Model Layanan…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Antrian Prioritas, Reneging, Balking…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Inovasi Model dan Kajian Literatur…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6e42a15e04e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17501ebe946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7ed547c3042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Implementasi Simulasi dengan R dan…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Evaluasi Hasil Simulasi, Warm-Up…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Jaringan Antrian dan Model Layanan…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Antrian Prioritas, Reneging…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Inovasi Model dan Kajian Literatur…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UAS: Penulisan Ilmiah dan…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5865908ef4a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Pendahuluan dan Konsep…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Komponen Sistem Antrian…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Model M/M/1: Satu Server…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Proyek Pendahuluan…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Algoritma Simulasi…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Inovasi Model dan Kajian…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fcaee90b64f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Teori Antrian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Mengapa…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utilisasi yang terlalu…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Apa perbedaan…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perbedaan antara laju…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Kapan model…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Kapan model M/M/1 masih…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 cara…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cara membedakan…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Mengapa…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persentil waktu tunggu…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9aa8c5d704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4b5f7b9704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Teori Antrian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Teori Antrian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2026-07-26T23:34:32.9320000Z</dcterms:created>
  <dcterms:modified xsi:type="dcterms:W3CDTF">2026-07-26T23:34:32.9320000Z</dcterms:modified>
</coreProperties>
</file>