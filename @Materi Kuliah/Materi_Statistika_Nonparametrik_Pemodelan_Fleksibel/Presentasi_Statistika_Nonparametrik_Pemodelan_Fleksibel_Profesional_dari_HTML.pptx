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07ca6b5a11460a" /><Relationship Type="http://schemas.openxmlformats.org/officeDocument/2006/relationships/extended-properties" Target="/docProps/app.xml" Id="R6ded40a5314f4616" /><Relationship Type="http://schemas.openxmlformats.org/officeDocument/2006/relationships/officeDocument" Target="/ppt/presentation.xml" Id="Re15c71b397b041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7f24715ec34287"/>
  </p:sldMasterIdLst>
  <p:notesMasterIdLst>
    <p:notesMasterId xmlns:r="http://schemas.openxmlformats.org/officeDocument/2006/relationships" r:id="Re3ab86e57563420a"/>
  </p:notesMasterIdLst>
  <p:sldIdLst>
    <p:sldId xmlns:r="http://schemas.openxmlformats.org/officeDocument/2006/relationships" id="256" r:id="R8234f747f92f4045"/>
    <p:sldId xmlns:r="http://schemas.openxmlformats.org/officeDocument/2006/relationships" id="257" r:id="Rc9e700d6dceb4478"/>
    <p:sldId xmlns:r="http://schemas.openxmlformats.org/officeDocument/2006/relationships" id="258" r:id="R9c4a75ce359e4bde"/>
    <p:sldId xmlns:r="http://schemas.openxmlformats.org/officeDocument/2006/relationships" id="259" r:id="Ra48805f752574142"/>
    <p:sldId xmlns:r="http://schemas.openxmlformats.org/officeDocument/2006/relationships" id="260" r:id="Rb4557da706334094"/>
    <p:sldId xmlns:r="http://schemas.openxmlformats.org/officeDocument/2006/relationships" id="261" r:id="R1f41413690394290"/>
    <p:sldId xmlns:r="http://schemas.openxmlformats.org/officeDocument/2006/relationships" id="262" r:id="R2bfe376c0efb42d7"/>
    <p:sldId xmlns:r="http://schemas.openxmlformats.org/officeDocument/2006/relationships" id="263" r:id="R99971787f56f4e6a"/>
    <p:sldId xmlns:r="http://schemas.openxmlformats.org/officeDocument/2006/relationships" id="264" r:id="R08c9241a847f40e0"/>
    <p:sldId xmlns:r="http://schemas.openxmlformats.org/officeDocument/2006/relationships" id="265" r:id="Ra09ea894b30b4a49"/>
    <p:sldId xmlns:r="http://schemas.openxmlformats.org/officeDocument/2006/relationships" id="266" r:id="R9e5105f700f24d48"/>
    <p:sldId xmlns:r="http://schemas.openxmlformats.org/officeDocument/2006/relationships" id="267" r:id="Rb015cf45f09d4406"/>
    <p:sldId xmlns:r="http://schemas.openxmlformats.org/officeDocument/2006/relationships" id="268" r:id="Rf342ebf70d084bb2"/>
    <p:sldId xmlns:r="http://schemas.openxmlformats.org/officeDocument/2006/relationships" id="269" r:id="R2d48a52ec14a407d"/>
    <p:sldId xmlns:r="http://schemas.openxmlformats.org/officeDocument/2006/relationships" id="270" r:id="R5d5ba26e822a4133"/>
    <p:sldId xmlns:r="http://schemas.openxmlformats.org/officeDocument/2006/relationships" id="271" r:id="Rbe7e15d84f714c5c"/>
    <p:sldId xmlns:r="http://schemas.openxmlformats.org/officeDocument/2006/relationships" id="272" r:id="Rf307dc83ff9f4ff4"/>
    <p:sldId xmlns:r="http://schemas.openxmlformats.org/officeDocument/2006/relationships" id="273" r:id="R68531449f446459e"/>
    <p:sldId xmlns:r="http://schemas.openxmlformats.org/officeDocument/2006/relationships" id="274" r:id="R6bac7c5ae45b411d"/>
    <p:sldId xmlns:r="http://schemas.openxmlformats.org/officeDocument/2006/relationships" id="275" r:id="Ra361d0e8b3564837"/>
    <p:sldId xmlns:r="http://schemas.openxmlformats.org/officeDocument/2006/relationships" id="276" r:id="R8187a85f8e8840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86b9e67e0a4ac5" /><Relationship Type="http://schemas.openxmlformats.org/officeDocument/2006/relationships/slideMaster" Target="/ppt/slideMasters/slideMaster1.xml" Id="R5c7f24715ec34287" /><Relationship Type="http://schemas.openxmlformats.org/officeDocument/2006/relationships/notesMaster" Target="/ppt/notesMasters/notesMaster1.xml" Id="Re3ab86e57563420a" /><Relationship Type="http://schemas.openxmlformats.org/officeDocument/2006/relationships/presProps" Target="/ppt/presProps.xml" Id="R00dfdb1a06fc4872" /><Relationship Type="http://schemas.openxmlformats.org/officeDocument/2006/relationships/tableStyles" Target="/ppt/tableStyles.xml" Id="Rafd27ed8272840a2" /><Relationship Type="http://schemas.openxmlformats.org/officeDocument/2006/relationships/slide" Target="/ppt/slides/slide1.xml" Id="R8234f747f92f4045" /><Relationship Type="http://schemas.openxmlformats.org/officeDocument/2006/relationships/slide" Target="/ppt/slides/slide2.xml" Id="Rc9e700d6dceb4478" /><Relationship Type="http://schemas.openxmlformats.org/officeDocument/2006/relationships/slide" Target="/ppt/slides/slide3.xml" Id="R9c4a75ce359e4bde" /><Relationship Type="http://schemas.openxmlformats.org/officeDocument/2006/relationships/slide" Target="/ppt/slides/slide4.xml" Id="Ra48805f752574142" /><Relationship Type="http://schemas.openxmlformats.org/officeDocument/2006/relationships/slide" Target="/ppt/slides/slide5.xml" Id="Rb4557da706334094" /><Relationship Type="http://schemas.openxmlformats.org/officeDocument/2006/relationships/slide" Target="/ppt/slides/slide6.xml" Id="R1f41413690394290" /><Relationship Type="http://schemas.openxmlformats.org/officeDocument/2006/relationships/slide" Target="/ppt/slides/slide7.xml" Id="R2bfe376c0efb42d7" /><Relationship Type="http://schemas.openxmlformats.org/officeDocument/2006/relationships/slide" Target="/ppt/slides/slide8.xml" Id="R99971787f56f4e6a" /><Relationship Type="http://schemas.openxmlformats.org/officeDocument/2006/relationships/slide" Target="/ppt/slides/slide9.xml" Id="R08c9241a847f40e0" /><Relationship Type="http://schemas.openxmlformats.org/officeDocument/2006/relationships/slide" Target="/ppt/slides/slide10.xml" Id="Ra09ea894b30b4a49" /><Relationship Type="http://schemas.openxmlformats.org/officeDocument/2006/relationships/slide" Target="/ppt/slides/slide11.xml" Id="R9e5105f700f24d48" /><Relationship Type="http://schemas.openxmlformats.org/officeDocument/2006/relationships/slide" Target="/ppt/slides/slide12.xml" Id="Rb015cf45f09d4406" /><Relationship Type="http://schemas.openxmlformats.org/officeDocument/2006/relationships/slide" Target="/ppt/slides/slide13.xml" Id="Rf342ebf70d084bb2" /><Relationship Type="http://schemas.openxmlformats.org/officeDocument/2006/relationships/slide" Target="/ppt/slides/slide14.xml" Id="R2d48a52ec14a407d" /><Relationship Type="http://schemas.openxmlformats.org/officeDocument/2006/relationships/slide" Target="/ppt/slides/slide15.xml" Id="R5d5ba26e822a4133" /><Relationship Type="http://schemas.openxmlformats.org/officeDocument/2006/relationships/slide" Target="/ppt/slides/slide16.xml" Id="Rbe7e15d84f714c5c" /><Relationship Type="http://schemas.openxmlformats.org/officeDocument/2006/relationships/slide" Target="/ppt/slides/slide17.xml" Id="Rf307dc83ff9f4ff4" /><Relationship Type="http://schemas.openxmlformats.org/officeDocument/2006/relationships/slide" Target="/ppt/slides/slide18.xml" Id="R68531449f446459e" /><Relationship Type="http://schemas.openxmlformats.org/officeDocument/2006/relationships/slide" Target="/ppt/slides/slide19.xml" Id="R6bac7c5ae45b411d" /><Relationship Type="http://schemas.openxmlformats.org/officeDocument/2006/relationships/slide" Target="/ppt/slides/slide20.xml" Id="Ra361d0e8b3564837" /><Relationship Type="http://schemas.openxmlformats.org/officeDocument/2006/relationships/slide" Target="/ppt/slides/slide21.xml" Id="R8187a85f8e8840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50e93ef68842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00dc9ad4d146e2" /><Relationship Type="http://schemas.openxmlformats.org/officeDocument/2006/relationships/notesMaster" Target="/ppt/notesMasters/notesMaster1.xml" Id="R467fadfbe67b4c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cd3a1041324709" /><Relationship Type="http://schemas.openxmlformats.org/officeDocument/2006/relationships/notesMaster" Target="/ppt/notesMasters/notesMaster1.xml" Id="Rc7f82557d11d4a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77174f184a4314" /><Relationship Type="http://schemas.openxmlformats.org/officeDocument/2006/relationships/notesMaster" Target="/ppt/notesMasters/notesMaster1.xml" Id="Re521835e885344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b33ff22d7249c4" /><Relationship Type="http://schemas.openxmlformats.org/officeDocument/2006/relationships/notesMaster" Target="/ppt/notesMasters/notesMaster1.xml" Id="R43ec9a3708554e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88d566013243aa" /><Relationship Type="http://schemas.openxmlformats.org/officeDocument/2006/relationships/notesMaster" Target="/ppt/notesMasters/notesMaster1.xml" Id="Rbb8d83cbfba54f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510be14a104130" /><Relationship Type="http://schemas.openxmlformats.org/officeDocument/2006/relationships/notesMaster" Target="/ppt/notesMasters/notesMaster1.xml" Id="R37e2d94af31642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842da863e8481b" /><Relationship Type="http://schemas.openxmlformats.org/officeDocument/2006/relationships/notesMaster" Target="/ppt/notesMasters/notesMaster1.xml" Id="R652c071acf8b4c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6b61b8068246f2" /><Relationship Type="http://schemas.openxmlformats.org/officeDocument/2006/relationships/notesMaster" Target="/ppt/notesMasters/notesMaster1.xml" Id="Rbc8de1a1b61343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275b1e8f204be6" /><Relationship Type="http://schemas.openxmlformats.org/officeDocument/2006/relationships/notesMaster" Target="/ppt/notesMasters/notesMaster1.xml" Id="R3778c36ea8f74e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e4c32fa2624703" /><Relationship Type="http://schemas.openxmlformats.org/officeDocument/2006/relationships/notesMaster" Target="/ppt/notesMasters/notesMaster1.xml" Id="Ra73f6998385946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3b8ebd220148fd" /><Relationship Type="http://schemas.openxmlformats.org/officeDocument/2006/relationships/notesMaster" Target="/ppt/notesMasters/notesMaster1.xml" Id="R1552b3cb2af24b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1220215d244015" /><Relationship Type="http://schemas.openxmlformats.org/officeDocument/2006/relationships/notesMaster" Target="/ppt/notesMasters/notesMaster1.xml" Id="Rb7a68d248df148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17949330664d01" /><Relationship Type="http://schemas.openxmlformats.org/officeDocument/2006/relationships/notesMaster" Target="/ppt/notesMasters/notesMaster1.xml" Id="R8c1445cdf3b8417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1614d638d1848df" /><Relationship Type="http://schemas.openxmlformats.org/officeDocument/2006/relationships/notesMaster" Target="/ppt/notesMasters/notesMaster1.xml" Id="R0ae9fdf8d8ec417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6672c68f7c4977" /><Relationship Type="http://schemas.openxmlformats.org/officeDocument/2006/relationships/notesMaster" Target="/ppt/notesMasters/notesMaster1.xml" Id="R5092c232962746e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d9e35b28e474b6a" /><Relationship Type="http://schemas.openxmlformats.org/officeDocument/2006/relationships/notesMaster" Target="/ppt/notesMasters/notesMaster1.xml" Id="R10b91b0d65154d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05744a9b104561" /><Relationship Type="http://schemas.openxmlformats.org/officeDocument/2006/relationships/notesMaster" Target="/ppt/notesMasters/notesMaster1.xml" Id="R943419beeb054a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61adbfd0624664" /><Relationship Type="http://schemas.openxmlformats.org/officeDocument/2006/relationships/notesMaster" Target="/ppt/notesMasters/notesMaster1.xml" Id="Rf85c0bd8598540a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d522d5f5ba4207" /><Relationship Type="http://schemas.openxmlformats.org/officeDocument/2006/relationships/notesMaster" Target="/ppt/notesMasters/notesMaster1.xml" Id="Re870f0d492ba412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034e549a6bf47c3" /><Relationship Type="http://schemas.openxmlformats.org/officeDocument/2006/relationships/notesMaster" Target="/ppt/notesMasters/notesMaster1.xml" Id="Rf712d8c76f0643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271a58550f74f5e" /><Relationship Type="http://schemas.openxmlformats.org/officeDocument/2006/relationships/notesMaster" Target="/ppt/notesMasters/notesMaster1.xml" Id="R080f10d019ce48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053a634c8e46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2e65487424de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31a9a518c442a6" /><Relationship Type="http://schemas.openxmlformats.org/officeDocument/2006/relationships/slideLayout" Target="/ppt/slideLayouts/slideLayout1.xml" Id="R45fcb16a99324d57" /><Relationship Type="http://schemas.openxmlformats.org/officeDocument/2006/relationships/slideLayout" Target="/ppt/slideLayouts/slideLayout2.xml" Id="R6e0aa0ae4ce5402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fcb16a99324d57"/>
    <p:sldLayoutId xmlns:r="http://schemas.openxmlformats.org/officeDocument/2006/relationships" id="2147483650" r:id="R6e0aa0ae4ce54027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5c36d2d68c4285" /><Relationship Type="http://schemas.openxmlformats.org/officeDocument/2006/relationships/image" Target="/ppt/media/image.png" Id="R9073e7b6c4c54f3d" /><Relationship Type="http://schemas.openxmlformats.org/officeDocument/2006/relationships/image" Target="/ppt/media/image2.png" Id="R80902c624a04471f" /><Relationship Type="http://schemas.openxmlformats.org/officeDocument/2006/relationships/notesSlide" Target="/ppt/notesSlides/notesSlide1.xml" Id="R6fca2b09ec634c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9c034869684697" /><Relationship Type="http://schemas.openxmlformats.org/officeDocument/2006/relationships/image" Target="/ppt/media/image2.png" Id="R9e73b7867c8541ec" /><Relationship Type="http://schemas.openxmlformats.org/officeDocument/2006/relationships/notesSlide" Target="/ppt/notesSlides/notesSlide2.xml" Id="R51d78e85853d47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aabbe27d8d47e8" /><Relationship Type="http://schemas.openxmlformats.org/officeDocument/2006/relationships/image" Target="/ppt/media/image2.png" Id="Re053b23eda8f4b07" /><Relationship Type="http://schemas.openxmlformats.org/officeDocument/2006/relationships/notesSlide" Target="/ppt/notesSlides/notesSlide3.xml" Id="R94dc97d788ab41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01bc6d075b4986" /><Relationship Type="http://schemas.openxmlformats.org/officeDocument/2006/relationships/image" Target="/ppt/media/image2.png" Id="R68867701692e45b0" /><Relationship Type="http://schemas.openxmlformats.org/officeDocument/2006/relationships/notesSlide" Target="/ppt/notesSlides/notesSlide4.xml" Id="Rcebfe59670c747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ffa3ff869a4994" /><Relationship Type="http://schemas.openxmlformats.org/officeDocument/2006/relationships/image" Target="/ppt/media/image2.png" Id="R2389dd7d094b455d" /><Relationship Type="http://schemas.openxmlformats.org/officeDocument/2006/relationships/notesSlide" Target="/ppt/notesSlides/notesSlide5.xml" Id="Rb3ac1f3c87b840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1d1a5eb81343fc" /><Relationship Type="http://schemas.openxmlformats.org/officeDocument/2006/relationships/image" Target="/ppt/media/image2.png" Id="Rc1b08cd8bb924cdf" /><Relationship Type="http://schemas.openxmlformats.org/officeDocument/2006/relationships/notesSlide" Target="/ppt/notesSlides/notesSlide6.xml" Id="R66807fd16f0f4e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cea56938b246d3" /><Relationship Type="http://schemas.openxmlformats.org/officeDocument/2006/relationships/image" Target="/ppt/media/image2.png" Id="R82d55c9b945c4785" /><Relationship Type="http://schemas.openxmlformats.org/officeDocument/2006/relationships/notesSlide" Target="/ppt/notesSlides/notesSlide7.xml" Id="R3ba635c4ace846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1d3adbdf22474b" /><Relationship Type="http://schemas.openxmlformats.org/officeDocument/2006/relationships/image" Target="/ppt/media/image2.png" Id="R78e5eee47cae4b3f" /><Relationship Type="http://schemas.openxmlformats.org/officeDocument/2006/relationships/notesSlide" Target="/ppt/notesSlides/notesSlide8.xml" Id="Rd10fb0b7b18743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b3628c96794839" /><Relationship Type="http://schemas.openxmlformats.org/officeDocument/2006/relationships/image" Target="/ppt/media/image2.png" Id="Ra29b998b32cb484e" /><Relationship Type="http://schemas.openxmlformats.org/officeDocument/2006/relationships/notesSlide" Target="/ppt/notesSlides/notesSlide9.xml" Id="Rf46086b9ccfc44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4f4ac241494a17" /><Relationship Type="http://schemas.openxmlformats.org/officeDocument/2006/relationships/image" Target="/ppt/media/image2.png" Id="R6720f81555844def" /><Relationship Type="http://schemas.openxmlformats.org/officeDocument/2006/relationships/notesSlide" Target="/ppt/notesSlides/notesSlide10.xml" Id="Rb022762358f54b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5d6aa3ff834c8d" /><Relationship Type="http://schemas.openxmlformats.org/officeDocument/2006/relationships/image" Target="/ppt/media/image2.png" Id="R5de14f716a3c495d" /><Relationship Type="http://schemas.openxmlformats.org/officeDocument/2006/relationships/notesSlide" Target="/ppt/notesSlides/notesSlide11.xml" Id="Rffe76e8e772748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ae1afa34bf4fb8" /><Relationship Type="http://schemas.openxmlformats.org/officeDocument/2006/relationships/image" Target="/ppt/media/image2.png" Id="Rd17cc61d97714303" /><Relationship Type="http://schemas.openxmlformats.org/officeDocument/2006/relationships/notesSlide" Target="/ppt/notesSlides/notesSlide12.xml" Id="Rda9718365ec04f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d8b504572a4f5d" /><Relationship Type="http://schemas.openxmlformats.org/officeDocument/2006/relationships/image" Target="/ppt/media/image2.png" Id="Rdf4ca07fa3a34415" /><Relationship Type="http://schemas.openxmlformats.org/officeDocument/2006/relationships/notesSlide" Target="/ppt/notesSlides/notesSlide13.xml" Id="R52036c9424cb4e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504366d7734500" /><Relationship Type="http://schemas.openxmlformats.org/officeDocument/2006/relationships/image" Target="/ppt/media/image2.png" Id="Ra808eb2453e04087" /><Relationship Type="http://schemas.openxmlformats.org/officeDocument/2006/relationships/notesSlide" Target="/ppt/notesSlides/notesSlide14.xml" Id="Rc8170a47dbe94e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a506a722d8441c" /><Relationship Type="http://schemas.openxmlformats.org/officeDocument/2006/relationships/image" Target="/ppt/media/image2.png" Id="R0c5aff74585f4cd5" /><Relationship Type="http://schemas.openxmlformats.org/officeDocument/2006/relationships/notesSlide" Target="/ppt/notesSlides/notesSlide15.xml" Id="R85e8eb4cbab3410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271417c2dd4117" /><Relationship Type="http://schemas.openxmlformats.org/officeDocument/2006/relationships/image" Target="/ppt/media/image2.png" Id="Re21187a604704616" /><Relationship Type="http://schemas.openxmlformats.org/officeDocument/2006/relationships/notesSlide" Target="/ppt/notesSlides/notesSlide16.xml" Id="R343a795ae067429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eefd9252854204" /><Relationship Type="http://schemas.openxmlformats.org/officeDocument/2006/relationships/image" Target="/ppt/media/image2.png" Id="Rdd31e7c141c34a97" /><Relationship Type="http://schemas.openxmlformats.org/officeDocument/2006/relationships/notesSlide" Target="/ppt/notesSlides/notesSlide17.xml" Id="Rbe007e73b31d422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7570f6b036449c" /><Relationship Type="http://schemas.openxmlformats.org/officeDocument/2006/relationships/image" Target="/ppt/media/image2.png" Id="Re3b575b2919c41e0" /><Relationship Type="http://schemas.openxmlformats.org/officeDocument/2006/relationships/notesSlide" Target="/ppt/notesSlides/notesSlide18.xml" Id="R7172f4464e0e43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47b2c5cc54321" /><Relationship Type="http://schemas.openxmlformats.org/officeDocument/2006/relationships/image" Target="/ppt/media/image2.png" Id="R3513f71367924053" /><Relationship Type="http://schemas.openxmlformats.org/officeDocument/2006/relationships/notesSlide" Target="/ppt/notesSlides/notesSlide19.xml" Id="Rae0ee941529242a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2f49c674a64daf" /><Relationship Type="http://schemas.openxmlformats.org/officeDocument/2006/relationships/image" Target="/ppt/media/image2.png" Id="Ra624fa77e78a4361" /><Relationship Type="http://schemas.openxmlformats.org/officeDocument/2006/relationships/notesSlide" Target="/ppt/notesSlides/notesSlide20.xml" Id="R34dae23648654b9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ef74e6b20c4cdf" /><Relationship Type="http://schemas.openxmlformats.org/officeDocument/2006/relationships/image" Target="/ppt/media/image.png" Id="Rca4fcc211163455e" /><Relationship Type="http://schemas.openxmlformats.org/officeDocument/2006/relationships/image" Target="/ppt/media/image2.png" Id="R7a5d5572ec1c459f" /><Relationship Type="http://schemas.openxmlformats.org/officeDocument/2006/relationships/notesSlide" Target="/ppt/notesSlides/notesSlide21.xml" Id="R5d9b9de93f0e40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3e7b6c4c54f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02c624a04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Statistika Nonparametrik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dan Pemodelan Fleksibel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Yudhie Andriyana, M.Sc., Ph.D.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Nonparametrik…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Fleksibel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73b7867c8541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Nonparametrik &amp; Model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Materi ini disusun sebagai bahan pembelajaran profesional untuk mata kuliah Statistika Nonparametrik dan Pemodelan Fleksibel 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statistika nonparametrik dan pemodelan fleksibel…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uji kecocokan distribusi pada data dan persoalan terapan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3b23eda8f4b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statistika nonparametrik dan pemodelan fleksibel dan statistika…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uji kecocokan distribusi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867701692e45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Statistika, Uji Tanda dan, Mann–Whitney U, Uji Kruskal–Wallis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Friedman untuk, Uji Homogenitas, Uji Kecocokan, UTS dan Sintesis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Estimasi Fungsi, Kernel Density, Bootstrap dan, Regresi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Quantile, Generalized, Perancangan Proyek, UAS, Presentasi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9dd7d094b45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Nonparametrik &amp; Model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b08cd8bb924c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55c9b945c47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Statistika, Uji Tanda dan, Mann–Whitney U, Uji Kruskal–Wallis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Pengantar Statistika Nonparametrik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Uji Tanda dan Wilcoxon Signed-Rank…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Mann–Whitney U, Median Test…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Statistika Nonparametrik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Tanda dan Wilcoxon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Mann–Whitney U, Median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Kruskal–Wallis untuk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Friedman untuk Data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5eee47cae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Mann–Whitney U, Uji Kruskal–Wallis, Uji Friedman untuk, Uji Homogenitas, Uji Kecocokan, UTS…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318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Mann–Whitney U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32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mann–whitney…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Uji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uji…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Uji Friedman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uji friedman…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17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Uji Homogenitas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uji…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Uji Kecocokan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uji…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43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 dan Sintesis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uts dan…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Uji Kruskal–Wallis untuk Tiga atau Lebih Kelompok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Uji Kecocokan Distribusi, ECDF, Spearman, dan Kendall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b998b32cb48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Uji Homogenitas Varians Nonparametrik dan Robust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Uji Friedman untuk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Uji Homogenitas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Uji Kecocokan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dan Sintesis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Estimasi Fungsi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0f81555844d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14f716a3c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cc61d977143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4ca07fa3a344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Estimasi Fungsi, Kernel Density, Bootstrap dan, Regresi, Quantile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Estimasi Fungsi Distribusi Empiris dan Kuantil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Bootstrap dan Teknik Resampling Nonparametrik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Quantile Regression sebagai Pemodelan Fleksibel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Estimasi Fungsi Distribusi Empiris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Kernel Density Estimation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Bootstrap dan Teknik Resampling…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Regresi Nonparametrik: Kernel, LOESS…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Quantile Regression sebagai Pemodelan…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8eb2453e040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5aff74585f4c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Kernel Density Estimation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Bootstrap dan Teknik Resampling…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 Nonparametrik: Kernel, LOESS…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Quantile Regression sebagai Pemodelan…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Generalized Additive Models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Perancangan Proyek Terapan dan…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187a6047046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1e7c141c34a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575b2919c41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Bootstrap dan Teknik Resampling…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Regresi Nonparametrik: Kernel…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Quantile Regression sebagai…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Generalized Additive Models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Perancangan Proyek Terapan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UAS, Presentasi Proyek,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3f7136792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Pengantar Statistika…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Uji Tanda dan Wilcoxon…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Uji Friedman untuk Data…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dan Sintesis…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Kernel Density Estimation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Perancangan Proyek…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4fa77e78a43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Nonparametrik &amp; Model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Jelaskan…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perbedaan…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Mengapa…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Wilcoxon signed-rank…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Jelaskan…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mengapa…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Bandingkan…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Bandingkan ECDF, histogram…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Jelaskan…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Jelaskan bandwidth dalam KDE…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4fcc211163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d5572ec1c45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Nonparametrik &amp; Model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Nonparametrik &amp; Model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2026-06-22T07:45:26.0090000Z</dcterms:created>
  <dcterms:modified xsi:type="dcterms:W3CDTF">2026-06-22T07:45:26.0090000Z</dcterms:modified>
</coreProperties>
</file>