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fb21c9bb54078" /><Relationship Type="http://schemas.openxmlformats.org/officeDocument/2006/relationships/extended-properties" Target="/docProps/app.xml" Id="R44695629814c4fc5" /><Relationship Type="http://schemas.openxmlformats.org/officeDocument/2006/relationships/officeDocument" Target="/ppt/presentation.xml" Id="R3562f3600ac2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87f9b033b4889"/>
  </p:sldMasterIdLst>
  <p:notesMasterIdLst>
    <p:notesMasterId xmlns:r="http://schemas.openxmlformats.org/officeDocument/2006/relationships" r:id="R3fec1dc685874aa3"/>
  </p:notesMasterIdLst>
  <p:sldIdLst>
    <p:sldId xmlns:r="http://schemas.openxmlformats.org/officeDocument/2006/relationships" id="256" r:id="R730d08946b974c8c"/>
    <p:sldId xmlns:r="http://schemas.openxmlformats.org/officeDocument/2006/relationships" id="257" r:id="R679eeb7dc13a449c"/>
    <p:sldId xmlns:r="http://schemas.openxmlformats.org/officeDocument/2006/relationships" id="258" r:id="R3dd7e10f56574afd"/>
    <p:sldId xmlns:r="http://schemas.openxmlformats.org/officeDocument/2006/relationships" id="259" r:id="R7918c29258bb4246"/>
    <p:sldId xmlns:r="http://schemas.openxmlformats.org/officeDocument/2006/relationships" id="260" r:id="Rfcfd2cac60484812"/>
    <p:sldId xmlns:r="http://schemas.openxmlformats.org/officeDocument/2006/relationships" id="261" r:id="Re344f430e84c4f8a"/>
    <p:sldId xmlns:r="http://schemas.openxmlformats.org/officeDocument/2006/relationships" id="262" r:id="R345cd2c3164a4f15"/>
    <p:sldId xmlns:r="http://schemas.openxmlformats.org/officeDocument/2006/relationships" id="263" r:id="R269698bb41ce4536"/>
    <p:sldId xmlns:r="http://schemas.openxmlformats.org/officeDocument/2006/relationships" id="264" r:id="R5fb426ccb8364cbd"/>
    <p:sldId xmlns:r="http://schemas.openxmlformats.org/officeDocument/2006/relationships" id="265" r:id="R787584d5db3d4681"/>
    <p:sldId xmlns:r="http://schemas.openxmlformats.org/officeDocument/2006/relationships" id="266" r:id="R4805317b4dc64cce"/>
    <p:sldId xmlns:r="http://schemas.openxmlformats.org/officeDocument/2006/relationships" id="267" r:id="R15e1245767d54552"/>
    <p:sldId xmlns:r="http://schemas.openxmlformats.org/officeDocument/2006/relationships" id="268" r:id="R533e14e47ab748f1"/>
    <p:sldId xmlns:r="http://schemas.openxmlformats.org/officeDocument/2006/relationships" id="269" r:id="Rb172e612dd0e4488"/>
    <p:sldId xmlns:r="http://schemas.openxmlformats.org/officeDocument/2006/relationships" id="270" r:id="R3a134078ed854d3c"/>
    <p:sldId xmlns:r="http://schemas.openxmlformats.org/officeDocument/2006/relationships" id="271" r:id="Rccd0cde8893e4b60"/>
    <p:sldId xmlns:r="http://schemas.openxmlformats.org/officeDocument/2006/relationships" id="272" r:id="R45dffca921f242b5"/>
    <p:sldId xmlns:r="http://schemas.openxmlformats.org/officeDocument/2006/relationships" id="273" r:id="R85e4671e094e4d83"/>
    <p:sldId xmlns:r="http://schemas.openxmlformats.org/officeDocument/2006/relationships" id="274" r:id="Rf4e7d9aafbdd4b1a"/>
    <p:sldId xmlns:r="http://schemas.openxmlformats.org/officeDocument/2006/relationships" id="275" r:id="R28c2e1baafba4460"/>
    <p:sldId xmlns:r="http://schemas.openxmlformats.org/officeDocument/2006/relationships" id="276" r:id="R1f025302950e43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a67fe2ed34945" /><Relationship Type="http://schemas.openxmlformats.org/officeDocument/2006/relationships/slideMaster" Target="/ppt/slideMasters/slideMaster1.xml" Id="R0d587f9b033b4889" /><Relationship Type="http://schemas.openxmlformats.org/officeDocument/2006/relationships/notesMaster" Target="/ppt/notesMasters/notesMaster1.xml" Id="R3fec1dc685874aa3" /><Relationship Type="http://schemas.openxmlformats.org/officeDocument/2006/relationships/presProps" Target="/ppt/presProps.xml" Id="R0fe31b0d163f46de" /><Relationship Type="http://schemas.openxmlformats.org/officeDocument/2006/relationships/tableStyles" Target="/ppt/tableStyles.xml" Id="Rf0a4737a25c44ee1" /><Relationship Type="http://schemas.openxmlformats.org/officeDocument/2006/relationships/slide" Target="/ppt/slides/slide1.xml" Id="R730d08946b974c8c" /><Relationship Type="http://schemas.openxmlformats.org/officeDocument/2006/relationships/slide" Target="/ppt/slides/slide2.xml" Id="R679eeb7dc13a449c" /><Relationship Type="http://schemas.openxmlformats.org/officeDocument/2006/relationships/slide" Target="/ppt/slides/slide3.xml" Id="R3dd7e10f56574afd" /><Relationship Type="http://schemas.openxmlformats.org/officeDocument/2006/relationships/slide" Target="/ppt/slides/slide4.xml" Id="R7918c29258bb4246" /><Relationship Type="http://schemas.openxmlformats.org/officeDocument/2006/relationships/slide" Target="/ppt/slides/slide5.xml" Id="Rfcfd2cac60484812" /><Relationship Type="http://schemas.openxmlformats.org/officeDocument/2006/relationships/slide" Target="/ppt/slides/slide6.xml" Id="Re344f430e84c4f8a" /><Relationship Type="http://schemas.openxmlformats.org/officeDocument/2006/relationships/slide" Target="/ppt/slides/slide7.xml" Id="R345cd2c3164a4f15" /><Relationship Type="http://schemas.openxmlformats.org/officeDocument/2006/relationships/slide" Target="/ppt/slides/slide8.xml" Id="R269698bb41ce4536" /><Relationship Type="http://schemas.openxmlformats.org/officeDocument/2006/relationships/slide" Target="/ppt/slides/slide9.xml" Id="R5fb426ccb8364cbd" /><Relationship Type="http://schemas.openxmlformats.org/officeDocument/2006/relationships/slide" Target="/ppt/slides/slide10.xml" Id="R787584d5db3d4681" /><Relationship Type="http://schemas.openxmlformats.org/officeDocument/2006/relationships/slide" Target="/ppt/slides/slide11.xml" Id="R4805317b4dc64cce" /><Relationship Type="http://schemas.openxmlformats.org/officeDocument/2006/relationships/slide" Target="/ppt/slides/slide12.xml" Id="R15e1245767d54552" /><Relationship Type="http://schemas.openxmlformats.org/officeDocument/2006/relationships/slide" Target="/ppt/slides/slide13.xml" Id="R533e14e47ab748f1" /><Relationship Type="http://schemas.openxmlformats.org/officeDocument/2006/relationships/slide" Target="/ppt/slides/slide14.xml" Id="Rb172e612dd0e4488" /><Relationship Type="http://schemas.openxmlformats.org/officeDocument/2006/relationships/slide" Target="/ppt/slides/slide15.xml" Id="R3a134078ed854d3c" /><Relationship Type="http://schemas.openxmlformats.org/officeDocument/2006/relationships/slide" Target="/ppt/slides/slide16.xml" Id="Rccd0cde8893e4b60" /><Relationship Type="http://schemas.openxmlformats.org/officeDocument/2006/relationships/slide" Target="/ppt/slides/slide17.xml" Id="R45dffca921f242b5" /><Relationship Type="http://schemas.openxmlformats.org/officeDocument/2006/relationships/slide" Target="/ppt/slides/slide18.xml" Id="R85e4671e094e4d83" /><Relationship Type="http://schemas.openxmlformats.org/officeDocument/2006/relationships/slide" Target="/ppt/slides/slide19.xml" Id="Rf4e7d9aafbdd4b1a" /><Relationship Type="http://schemas.openxmlformats.org/officeDocument/2006/relationships/slide" Target="/ppt/slides/slide20.xml" Id="R28c2e1baafba4460" /><Relationship Type="http://schemas.openxmlformats.org/officeDocument/2006/relationships/slide" Target="/ppt/slides/slide21.xml" Id="R1f025302950e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b45dbf2716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9a11e40e3e4330" /><Relationship Type="http://schemas.openxmlformats.org/officeDocument/2006/relationships/notesMaster" Target="/ppt/notesMasters/notesMaster1.xml" Id="Rd94cab8c87c8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44552bbac435a" /><Relationship Type="http://schemas.openxmlformats.org/officeDocument/2006/relationships/notesMaster" Target="/ppt/notesMasters/notesMaster1.xml" Id="R6b912ba05d984c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9b8d492884dc2" /><Relationship Type="http://schemas.openxmlformats.org/officeDocument/2006/relationships/notesMaster" Target="/ppt/notesMasters/notesMaster1.xml" Id="R96f2b3129b0c45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b1297992b64d48" /><Relationship Type="http://schemas.openxmlformats.org/officeDocument/2006/relationships/notesMaster" Target="/ppt/notesMasters/notesMaster1.xml" Id="R70e8ccabe67a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1de19190f44fbe" /><Relationship Type="http://schemas.openxmlformats.org/officeDocument/2006/relationships/notesMaster" Target="/ppt/notesMasters/notesMaster1.xml" Id="Rf5baca17c36748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23c6a312bf4ba9" /><Relationship Type="http://schemas.openxmlformats.org/officeDocument/2006/relationships/notesMaster" Target="/ppt/notesMasters/notesMaster1.xml" Id="R5228bd9a0fae41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d0bd706114828" /><Relationship Type="http://schemas.openxmlformats.org/officeDocument/2006/relationships/notesMaster" Target="/ppt/notesMasters/notesMaster1.xml" Id="Re5d464a02e27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c82c3771e427c" /><Relationship Type="http://schemas.openxmlformats.org/officeDocument/2006/relationships/notesMaster" Target="/ppt/notesMasters/notesMaster1.xml" Id="R79f17d9a4a83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df6a8c4b24c3a" /><Relationship Type="http://schemas.openxmlformats.org/officeDocument/2006/relationships/notesMaster" Target="/ppt/notesMasters/notesMaster1.xml" Id="Re318f09e4d43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bc117ecdce47ed" /><Relationship Type="http://schemas.openxmlformats.org/officeDocument/2006/relationships/notesMaster" Target="/ppt/notesMasters/notesMaster1.xml" Id="R94a8e8dc3c8f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a6da543fc648fd" /><Relationship Type="http://schemas.openxmlformats.org/officeDocument/2006/relationships/notesMaster" Target="/ppt/notesMasters/notesMaster1.xml" Id="Rd8e6429a33fd4b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41e8efe8334eaa" /><Relationship Type="http://schemas.openxmlformats.org/officeDocument/2006/relationships/notesMaster" Target="/ppt/notesMasters/notesMaster1.xml" Id="Rded704e000f549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ff45ecaa7e448e" /><Relationship Type="http://schemas.openxmlformats.org/officeDocument/2006/relationships/notesMaster" Target="/ppt/notesMasters/notesMaster1.xml" Id="R35282bdd36f84a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63d849d84946ad" /><Relationship Type="http://schemas.openxmlformats.org/officeDocument/2006/relationships/notesMaster" Target="/ppt/notesMasters/notesMaster1.xml" Id="R92485a87adae42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4b68a55d674f43" /><Relationship Type="http://schemas.openxmlformats.org/officeDocument/2006/relationships/notesMaster" Target="/ppt/notesMasters/notesMaster1.xml" Id="R1307b565f55141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09573e156b43b5" /><Relationship Type="http://schemas.openxmlformats.org/officeDocument/2006/relationships/notesMaster" Target="/ppt/notesMasters/notesMaster1.xml" Id="Rb1b0b8eb812746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edd481eb52454f" /><Relationship Type="http://schemas.openxmlformats.org/officeDocument/2006/relationships/notesMaster" Target="/ppt/notesMasters/notesMaster1.xml" Id="R0db9b5633e9e45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ece144986843e9" /><Relationship Type="http://schemas.openxmlformats.org/officeDocument/2006/relationships/notesMaster" Target="/ppt/notesMasters/notesMaster1.xml" Id="R1a22d54e826841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e35520e34d4f09" /><Relationship Type="http://schemas.openxmlformats.org/officeDocument/2006/relationships/notesMaster" Target="/ppt/notesMasters/notesMaster1.xml" Id="R0551a75c4caa48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8b29439b1e4353" /><Relationship Type="http://schemas.openxmlformats.org/officeDocument/2006/relationships/notesMaster" Target="/ppt/notesMasters/notesMaster1.xml" Id="Ree06608209a748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01bd39946d4f98" /><Relationship Type="http://schemas.openxmlformats.org/officeDocument/2006/relationships/notesMaster" Target="/ppt/notesMasters/notesMaster1.xml" Id="R16baf21bfc5e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50cf4170e4f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f5607b8a84b0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cbec154c084631" /><Relationship Type="http://schemas.openxmlformats.org/officeDocument/2006/relationships/slideLayout" Target="/ppt/slideLayouts/slideLayout1.xml" Id="R160563d4d1c14f33" /><Relationship Type="http://schemas.openxmlformats.org/officeDocument/2006/relationships/slideLayout" Target="/ppt/slideLayouts/slideLayout2.xml" Id="Re3efb48a06f24da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563d4d1c14f33"/>
    <p:sldLayoutId xmlns:r="http://schemas.openxmlformats.org/officeDocument/2006/relationships" id="2147483650" r:id="Re3efb48a06f24daa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584625cbc4c15" /><Relationship Type="http://schemas.openxmlformats.org/officeDocument/2006/relationships/image" Target="/ppt/media/image.png" Id="R5e867253444b4269" /><Relationship Type="http://schemas.openxmlformats.org/officeDocument/2006/relationships/image" Target="/ppt/media/image2.png" Id="R67f0477ebb3545e1" /><Relationship Type="http://schemas.openxmlformats.org/officeDocument/2006/relationships/notesSlide" Target="/ppt/notesSlides/notesSlide1.xml" Id="R0f9882258909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7712f82e741d1" /><Relationship Type="http://schemas.openxmlformats.org/officeDocument/2006/relationships/image" Target="/ppt/media/image2.png" Id="Rc28bd557db884c2a" /><Relationship Type="http://schemas.openxmlformats.org/officeDocument/2006/relationships/notesSlide" Target="/ppt/notesSlides/notesSlide2.xml" Id="R1c59cd7a9ea8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3f3090ae184bae" /><Relationship Type="http://schemas.openxmlformats.org/officeDocument/2006/relationships/image" Target="/ppt/media/image2.png" Id="Rfb09d4b84ba0492c" /><Relationship Type="http://schemas.openxmlformats.org/officeDocument/2006/relationships/notesSlide" Target="/ppt/notesSlides/notesSlide3.xml" Id="R333c73648c00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c6f420468541ef" /><Relationship Type="http://schemas.openxmlformats.org/officeDocument/2006/relationships/image" Target="/ppt/media/image2.png" Id="Ra6e59f914d6949df" /><Relationship Type="http://schemas.openxmlformats.org/officeDocument/2006/relationships/notesSlide" Target="/ppt/notesSlides/notesSlide4.xml" Id="R48481ef252ce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f5886892949c5" /><Relationship Type="http://schemas.openxmlformats.org/officeDocument/2006/relationships/image" Target="/ppt/media/image2.png" Id="R850500a6166e400f" /><Relationship Type="http://schemas.openxmlformats.org/officeDocument/2006/relationships/notesSlide" Target="/ppt/notesSlides/notesSlide5.xml" Id="R707df39036cd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e8846cfe242b9" /><Relationship Type="http://schemas.openxmlformats.org/officeDocument/2006/relationships/image" Target="/ppt/media/image2.png" Id="R2309a4fe0faa4054" /><Relationship Type="http://schemas.openxmlformats.org/officeDocument/2006/relationships/notesSlide" Target="/ppt/notesSlides/notesSlide6.xml" Id="R0a1a3a2d07dc4a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4af4fbfde4a15" /><Relationship Type="http://schemas.openxmlformats.org/officeDocument/2006/relationships/image" Target="/ppt/media/image2.png" Id="Rbb392336ffbe4b93" /><Relationship Type="http://schemas.openxmlformats.org/officeDocument/2006/relationships/notesSlide" Target="/ppt/notesSlides/notesSlide7.xml" Id="R4ff44e25f0aa4a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12939bc5f4968" /><Relationship Type="http://schemas.openxmlformats.org/officeDocument/2006/relationships/image" Target="/ppt/media/image2.png" Id="Rcf1d9a19be294373" /><Relationship Type="http://schemas.openxmlformats.org/officeDocument/2006/relationships/notesSlide" Target="/ppt/notesSlides/notesSlide8.xml" Id="Re51635f2496b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7d864f8d2747d8" /><Relationship Type="http://schemas.openxmlformats.org/officeDocument/2006/relationships/image" Target="/ppt/media/image2.png" Id="Ree388ee48bc54ea5" /><Relationship Type="http://schemas.openxmlformats.org/officeDocument/2006/relationships/notesSlide" Target="/ppt/notesSlides/notesSlide9.xml" Id="R8aa18c2a6d9944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7a32c47994b94" /><Relationship Type="http://schemas.openxmlformats.org/officeDocument/2006/relationships/image" Target="/ppt/media/image2.png" Id="R752d87363e3946e1" /><Relationship Type="http://schemas.openxmlformats.org/officeDocument/2006/relationships/notesSlide" Target="/ppt/notesSlides/notesSlide10.xml" Id="R08073286f80740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af35d4e2364430" /><Relationship Type="http://schemas.openxmlformats.org/officeDocument/2006/relationships/image" Target="/ppt/media/image2.png" Id="R990e3cca14644d75" /><Relationship Type="http://schemas.openxmlformats.org/officeDocument/2006/relationships/notesSlide" Target="/ppt/notesSlides/notesSlide11.xml" Id="R77d192c49cd649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a227f31e245b8" /><Relationship Type="http://schemas.openxmlformats.org/officeDocument/2006/relationships/image" Target="/ppt/media/image2.png" Id="R505c3e3a1fee47e4" /><Relationship Type="http://schemas.openxmlformats.org/officeDocument/2006/relationships/notesSlide" Target="/ppt/notesSlides/notesSlide12.xml" Id="R24eac0b9db584f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020da829e47e5" /><Relationship Type="http://schemas.openxmlformats.org/officeDocument/2006/relationships/image" Target="/ppt/media/image2.png" Id="R9bc05f5b66124eb7" /><Relationship Type="http://schemas.openxmlformats.org/officeDocument/2006/relationships/notesSlide" Target="/ppt/notesSlides/notesSlide13.xml" Id="Rf765df2115bb4e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a8572a7994f4e" /><Relationship Type="http://schemas.openxmlformats.org/officeDocument/2006/relationships/image" Target="/ppt/media/image2.png" Id="Rd088cdc027604927" /><Relationship Type="http://schemas.openxmlformats.org/officeDocument/2006/relationships/notesSlide" Target="/ppt/notesSlides/notesSlide14.xml" Id="R2ce0c11f41ef41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cd0744e594969" /><Relationship Type="http://schemas.openxmlformats.org/officeDocument/2006/relationships/image" Target="/ppt/media/image2.png" Id="Re04f7f8e0e764c7e" /><Relationship Type="http://schemas.openxmlformats.org/officeDocument/2006/relationships/notesSlide" Target="/ppt/notesSlides/notesSlide15.xml" Id="R1ee1040f675b44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a69509c42640d6" /><Relationship Type="http://schemas.openxmlformats.org/officeDocument/2006/relationships/image" Target="/ppt/media/image2.png" Id="R86f0c330547a4c40" /><Relationship Type="http://schemas.openxmlformats.org/officeDocument/2006/relationships/notesSlide" Target="/ppt/notesSlides/notesSlide16.xml" Id="Rd6561e43fda348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04b2dca12149b1" /><Relationship Type="http://schemas.openxmlformats.org/officeDocument/2006/relationships/image" Target="/ppt/media/image2.png" Id="Rc9023f7d33b34a46" /><Relationship Type="http://schemas.openxmlformats.org/officeDocument/2006/relationships/notesSlide" Target="/ppt/notesSlides/notesSlide17.xml" Id="R2cdd62bb89be4e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4428e219e84d35" /><Relationship Type="http://schemas.openxmlformats.org/officeDocument/2006/relationships/image" Target="/ppt/media/image2.png" Id="R558564d8d8ef4e4e" /><Relationship Type="http://schemas.openxmlformats.org/officeDocument/2006/relationships/notesSlide" Target="/ppt/notesSlides/notesSlide18.xml" Id="R3f3bf7fd8c094c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b33fd95b44641" /><Relationship Type="http://schemas.openxmlformats.org/officeDocument/2006/relationships/image" Target="/ppt/media/image2.png" Id="Ra886e133b4084a49" /><Relationship Type="http://schemas.openxmlformats.org/officeDocument/2006/relationships/notesSlide" Target="/ppt/notesSlides/notesSlide19.xml" Id="R9470857ff44c4c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eade313e784f3a" /><Relationship Type="http://schemas.openxmlformats.org/officeDocument/2006/relationships/image" Target="/ppt/media/image2.png" Id="Ra86e96361134446f" /><Relationship Type="http://schemas.openxmlformats.org/officeDocument/2006/relationships/notesSlide" Target="/ppt/notesSlides/notesSlide20.xml" Id="R6853a398512e44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c9ad0bd874f25" /><Relationship Type="http://schemas.openxmlformats.org/officeDocument/2006/relationships/image" Target="/ppt/media/image.png" Id="R37458189867e4ee1" /><Relationship Type="http://schemas.openxmlformats.org/officeDocument/2006/relationships/image" Target="/ppt/media/image2.png" Id="Re056db448fb24c40" /><Relationship Type="http://schemas.openxmlformats.org/officeDocument/2006/relationships/notesSlide" Target="/ppt/notesSlides/notesSlide21.xml" Id="R186a0fbcec684d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67253444b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0477ebb3545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Statistika Nonparametrik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dan Pemodelan Fleksibel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Yudhie Andriyana, M.Sc., Ph.D.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Nonparametrik…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Fleksibel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bd557db88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Nonparametrik &amp; Model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Materi ini disusun sebagai bahan pembelajaran profesional untuk mata kuliah Statistika Nonparametrik dan Pemodelan Fleksibel 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statistika nonparametrik dan pemodelan fleksibel…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uji kecocokan distribusi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9d4b84ba0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statistika nonparametrik dan pemodelan fleksibel dan statistika…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uji kecocokan distribusi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59f914d69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Statistika, Uji Tanda dan, Mann–Whitney U, Uji Kruskal–Wallis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Friedman untuk, Uji Homogenitas, Uji Kecocokan, UTS dan Sintesis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Estimasi Fungsi, Kernel Density, Bootstrap dan, Regresi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Quantile, Generalized, Perancangan Proyek, UAS, Presentasi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500a6166e40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Nonparametrik &amp; Model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9a4fe0faa40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92336ffbe4b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Statistika, Uji Tanda dan, Mann–Whitney U, Uji Kruskal–Wallis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Pengantar Statistika Nonparametrik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Uji Tanda dan Wilcoxon Signed-Rank…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Mann–Whitney U, Median Test…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Statistika Nonparametrik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Tanda dan Wilcoxon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Mann–Whitney U, Median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Kruskal–Wallis untuk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Friedman untuk Data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d9a19be2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Mann–Whitney U, Uji Kruskal–Wallis, Uji Friedman untuk, Uji Homogenitas, Uji Kecocokan,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318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Mann–Whitney U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24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mann–whitney…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Uji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uji…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Uji Friedman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uji friedman…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17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Uji Homogenitas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uji…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Uji Kecocokan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uji…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43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 dan Sintesis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uts dan…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Uji Kruskal–Wallis untuk Tiga atau Lebih Kelompok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Uji Kecocokan Distribusi, ECDF, Spearman, dan Kendall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88ee48bc5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Uji Homogenitas Varians Nonparametrik dan Robust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Uji Friedman untuk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Uji Homogenitas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Uji Kecocokan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dan Sintesis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Estimasi Fungsi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d87363e3946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e3cca14644d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c3e3a1fee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05f5b6612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Estimasi Fungsi, Kernel Density, Bootstrap dan, Regresi, Quantile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Estimasi Fungsi Distribusi Empiris dan Kuantil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Bootstrap dan Teknik Resampling Nonparametrik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Quantile Regression sebagai Pemodelan Fleksibel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Estimasi Fungsi Distribusi Empiris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Kernel Density Estimation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Bootstrap dan Teknik Resampling…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Regresi Nonparametrik: Kernel, LOESS…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Quantile Regression sebagai Pemodelan…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8cdc02760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f7f8e0e764c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Kernel Density Estimation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Bootstrap dan Teknik Resampling…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 Nonparametrik: Kernel, LOESS…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Quantile Regression sebagai Pemodelan…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Generalized Additive Models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Perancangan Proyek Terapan dan…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0c330547a4c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3f7d33b3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564d8d8ef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Bootstrap dan Teknik Resampling…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 Nonparametrik: Kernel…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Quantile Regression sebagai…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Generalized Additive Models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Perancangan Proyek Terapan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UAS, Presentasi Proyek,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e133b408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Pengantar Statistika…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Uji Tanda dan Wilcoxon…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Uji Friedman untuk Data…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dan Sintesis…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Kernel Density Estimation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Perancangan Proyek…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e9636113444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Nonparametrik &amp; Model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Jelaskan…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perbedaan…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Mengapa…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Wilcoxon signed-rank…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Jelaskan…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mengapa…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Bandingkan…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Bandingkan ECDF, histogram…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Jelaskan…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Jelaskan bandwidth dalam KDE…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58189867e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6db448fb24c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Nonparametrik &amp; Model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91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Statistika Nonparametrik Pemodelan Fleksibel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2026-07-26T23:34:31.8760000Z</dcterms:created>
  <dcterms:modified xsi:type="dcterms:W3CDTF">2026-07-26T23:34:31.8760000Z</dcterms:modified>
</coreProperties>
</file>