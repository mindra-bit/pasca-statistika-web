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656e8f49954227" /><Relationship Type="http://schemas.openxmlformats.org/officeDocument/2006/relationships/extended-properties" Target="/docProps/app.xml" Id="Rc4be006855c64ae9" /><Relationship Type="http://schemas.openxmlformats.org/officeDocument/2006/relationships/officeDocument" Target="/ppt/presentation.xml" Id="Ra6958058c7f04c4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a1c1eb828f44163"/>
  </p:sldMasterIdLst>
  <p:notesMasterIdLst>
    <p:notesMasterId xmlns:r="http://schemas.openxmlformats.org/officeDocument/2006/relationships" r:id="R2233b71ed6ec4bb3"/>
  </p:notesMasterIdLst>
  <p:sldIdLst>
    <p:sldId xmlns:r="http://schemas.openxmlformats.org/officeDocument/2006/relationships" id="256" r:id="Rd35fc079c7424f35"/>
    <p:sldId xmlns:r="http://schemas.openxmlformats.org/officeDocument/2006/relationships" id="257" r:id="R0eb4c224abb049a9"/>
    <p:sldId xmlns:r="http://schemas.openxmlformats.org/officeDocument/2006/relationships" id="258" r:id="Rfcca327082734c90"/>
    <p:sldId xmlns:r="http://schemas.openxmlformats.org/officeDocument/2006/relationships" id="259" r:id="Raf0d3de721a54c21"/>
    <p:sldId xmlns:r="http://schemas.openxmlformats.org/officeDocument/2006/relationships" id="260" r:id="Rdd0d9e59577d4126"/>
    <p:sldId xmlns:r="http://schemas.openxmlformats.org/officeDocument/2006/relationships" id="261" r:id="R72d7d7bd7ce84e18"/>
    <p:sldId xmlns:r="http://schemas.openxmlformats.org/officeDocument/2006/relationships" id="262" r:id="Rf4b9f06fb8784ade"/>
    <p:sldId xmlns:r="http://schemas.openxmlformats.org/officeDocument/2006/relationships" id="263" r:id="R6f9bec7fdeba4e9e"/>
    <p:sldId xmlns:r="http://schemas.openxmlformats.org/officeDocument/2006/relationships" id="264" r:id="Rcd93d5d3222d4e95"/>
    <p:sldId xmlns:r="http://schemas.openxmlformats.org/officeDocument/2006/relationships" id="265" r:id="R5fe0f21345dd4b36"/>
    <p:sldId xmlns:r="http://schemas.openxmlformats.org/officeDocument/2006/relationships" id="266" r:id="R8a4677daece04544"/>
    <p:sldId xmlns:r="http://schemas.openxmlformats.org/officeDocument/2006/relationships" id="267" r:id="R9ec5d5f424274a5f"/>
    <p:sldId xmlns:r="http://schemas.openxmlformats.org/officeDocument/2006/relationships" id="268" r:id="Rccf0eff7872a4351"/>
    <p:sldId xmlns:r="http://schemas.openxmlformats.org/officeDocument/2006/relationships" id="269" r:id="R12df998d69e744ef"/>
    <p:sldId xmlns:r="http://schemas.openxmlformats.org/officeDocument/2006/relationships" id="270" r:id="Rae4a1ffc08234143"/>
    <p:sldId xmlns:r="http://schemas.openxmlformats.org/officeDocument/2006/relationships" id="271" r:id="Rd70c162d971d45d6"/>
    <p:sldId xmlns:r="http://schemas.openxmlformats.org/officeDocument/2006/relationships" id="272" r:id="R2ff099e4b05a4541"/>
    <p:sldId xmlns:r="http://schemas.openxmlformats.org/officeDocument/2006/relationships" id="273" r:id="Re0faf327c2054561"/>
    <p:sldId xmlns:r="http://schemas.openxmlformats.org/officeDocument/2006/relationships" id="274" r:id="Rac9440c52de646d7"/>
    <p:sldId xmlns:r="http://schemas.openxmlformats.org/officeDocument/2006/relationships" id="275" r:id="R08ee089e90614510"/>
    <p:sldId xmlns:r="http://schemas.openxmlformats.org/officeDocument/2006/relationships" id="276" r:id="Rad264c619b9f48d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b3313779e8f42b7" /><Relationship Type="http://schemas.openxmlformats.org/officeDocument/2006/relationships/slideMaster" Target="/ppt/slideMasters/slideMaster1.xml" Id="R4a1c1eb828f44163" /><Relationship Type="http://schemas.openxmlformats.org/officeDocument/2006/relationships/notesMaster" Target="/ppt/notesMasters/notesMaster1.xml" Id="R2233b71ed6ec4bb3" /><Relationship Type="http://schemas.openxmlformats.org/officeDocument/2006/relationships/presProps" Target="/ppt/presProps.xml" Id="R8a2f1746cb2e40e7" /><Relationship Type="http://schemas.openxmlformats.org/officeDocument/2006/relationships/tableStyles" Target="/ppt/tableStyles.xml" Id="R73890fb9f80c4431" /><Relationship Type="http://schemas.openxmlformats.org/officeDocument/2006/relationships/slide" Target="/ppt/slides/slide1.xml" Id="Rd35fc079c7424f35" /><Relationship Type="http://schemas.openxmlformats.org/officeDocument/2006/relationships/slide" Target="/ppt/slides/slide2.xml" Id="R0eb4c224abb049a9" /><Relationship Type="http://schemas.openxmlformats.org/officeDocument/2006/relationships/slide" Target="/ppt/slides/slide3.xml" Id="Rfcca327082734c90" /><Relationship Type="http://schemas.openxmlformats.org/officeDocument/2006/relationships/slide" Target="/ppt/slides/slide4.xml" Id="Raf0d3de721a54c21" /><Relationship Type="http://schemas.openxmlformats.org/officeDocument/2006/relationships/slide" Target="/ppt/slides/slide5.xml" Id="Rdd0d9e59577d4126" /><Relationship Type="http://schemas.openxmlformats.org/officeDocument/2006/relationships/slide" Target="/ppt/slides/slide6.xml" Id="R72d7d7bd7ce84e18" /><Relationship Type="http://schemas.openxmlformats.org/officeDocument/2006/relationships/slide" Target="/ppt/slides/slide7.xml" Id="Rf4b9f06fb8784ade" /><Relationship Type="http://schemas.openxmlformats.org/officeDocument/2006/relationships/slide" Target="/ppt/slides/slide8.xml" Id="R6f9bec7fdeba4e9e" /><Relationship Type="http://schemas.openxmlformats.org/officeDocument/2006/relationships/slide" Target="/ppt/slides/slide9.xml" Id="Rcd93d5d3222d4e95" /><Relationship Type="http://schemas.openxmlformats.org/officeDocument/2006/relationships/slide" Target="/ppt/slides/slide10.xml" Id="R5fe0f21345dd4b36" /><Relationship Type="http://schemas.openxmlformats.org/officeDocument/2006/relationships/slide" Target="/ppt/slides/slide11.xml" Id="R8a4677daece04544" /><Relationship Type="http://schemas.openxmlformats.org/officeDocument/2006/relationships/slide" Target="/ppt/slides/slide12.xml" Id="R9ec5d5f424274a5f" /><Relationship Type="http://schemas.openxmlformats.org/officeDocument/2006/relationships/slide" Target="/ppt/slides/slide13.xml" Id="Rccf0eff7872a4351" /><Relationship Type="http://schemas.openxmlformats.org/officeDocument/2006/relationships/slide" Target="/ppt/slides/slide14.xml" Id="R12df998d69e744ef" /><Relationship Type="http://schemas.openxmlformats.org/officeDocument/2006/relationships/slide" Target="/ppt/slides/slide15.xml" Id="Rae4a1ffc08234143" /><Relationship Type="http://schemas.openxmlformats.org/officeDocument/2006/relationships/slide" Target="/ppt/slides/slide16.xml" Id="Rd70c162d971d45d6" /><Relationship Type="http://schemas.openxmlformats.org/officeDocument/2006/relationships/slide" Target="/ppt/slides/slide17.xml" Id="R2ff099e4b05a4541" /><Relationship Type="http://schemas.openxmlformats.org/officeDocument/2006/relationships/slide" Target="/ppt/slides/slide18.xml" Id="Re0faf327c2054561" /><Relationship Type="http://schemas.openxmlformats.org/officeDocument/2006/relationships/slide" Target="/ppt/slides/slide19.xml" Id="Rac9440c52de646d7" /><Relationship Type="http://schemas.openxmlformats.org/officeDocument/2006/relationships/slide" Target="/ppt/slides/slide20.xml" Id="R08ee089e90614510" /><Relationship Type="http://schemas.openxmlformats.org/officeDocument/2006/relationships/slide" Target="/ppt/slides/slide21.xml" Id="Rad264c619b9f48d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188296c335f43e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9c5d93a76f745d2" /><Relationship Type="http://schemas.openxmlformats.org/officeDocument/2006/relationships/notesMaster" Target="/ppt/notesMasters/notesMaster1.xml" Id="R102d1566006c41c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4accd764b049fb" /><Relationship Type="http://schemas.openxmlformats.org/officeDocument/2006/relationships/notesMaster" Target="/ppt/notesMasters/notesMaster1.xml" Id="R4cfbaccede4a4bd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76416a3427c4573" /><Relationship Type="http://schemas.openxmlformats.org/officeDocument/2006/relationships/notesMaster" Target="/ppt/notesMasters/notesMaster1.xml" Id="Rc0f9da31b23f4a3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3a6291686b42f4" /><Relationship Type="http://schemas.openxmlformats.org/officeDocument/2006/relationships/notesMaster" Target="/ppt/notesMasters/notesMaster1.xml" Id="Rdeee8d87a904469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588b7239a146ff" /><Relationship Type="http://schemas.openxmlformats.org/officeDocument/2006/relationships/notesMaster" Target="/ppt/notesMasters/notesMaster1.xml" Id="R8e809d41be584b8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43f6acaf5a453a" /><Relationship Type="http://schemas.openxmlformats.org/officeDocument/2006/relationships/notesMaster" Target="/ppt/notesMasters/notesMaster1.xml" Id="Re37f68017954487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00d9402c2eb4a5b" /><Relationship Type="http://schemas.openxmlformats.org/officeDocument/2006/relationships/notesMaster" Target="/ppt/notesMasters/notesMaster1.xml" Id="Rfe65fdf014b0457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e41ab664dcc4e03" /><Relationship Type="http://schemas.openxmlformats.org/officeDocument/2006/relationships/notesMaster" Target="/ppt/notesMasters/notesMaster1.xml" Id="Raca8a67c1eac421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f303c38dbe54ded" /><Relationship Type="http://schemas.openxmlformats.org/officeDocument/2006/relationships/notesMaster" Target="/ppt/notesMasters/notesMaster1.xml" Id="Re34c3e5492de4cf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c9e5e84f88b4f17" /><Relationship Type="http://schemas.openxmlformats.org/officeDocument/2006/relationships/notesMaster" Target="/ppt/notesMasters/notesMaster1.xml" Id="R034fb08cf80a421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4f34d30de2e4b5b" /><Relationship Type="http://schemas.openxmlformats.org/officeDocument/2006/relationships/notesMaster" Target="/ppt/notesMasters/notesMaster1.xml" Id="Rcb952b68905449c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f542113798243c3" /><Relationship Type="http://schemas.openxmlformats.org/officeDocument/2006/relationships/notesMaster" Target="/ppt/notesMasters/notesMaster1.xml" Id="Rffdb5a43ee8d497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e3e91713a8e4cc4" /><Relationship Type="http://schemas.openxmlformats.org/officeDocument/2006/relationships/notesMaster" Target="/ppt/notesMasters/notesMaster1.xml" Id="R71a11447ce2f453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762831b10de49f5" /><Relationship Type="http://schemas.openxmlformats.org/officeDocument/2006/relationships/notesMaster" Target="/ppt/notesMasters/notesMaster1.xml" Id="R9b032a7bfe524ac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a3525f2181d4f00" /><Relationship Type="http://schemas.openxmlformats.org/officeDocument/2006/relationships/notesMaster" Target="/ppt/notesMasters/notesMaster1.xml" Id="R50e674dfa388497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8cc2adaa95a40b9" /><Relationship Type="http://schemas.openxmlformats.org/officeDocument/2006/relationships/notesMaster" Target="/ppt/notesMasters/notesMaster1.xml" Id="R0be1705bf457486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3f611ffd76c47ab" /><Relationship Type="http://schemas.openxmlformats.org/officeDocument/2006/relationships/notesMaster" Target="/ppt/notesMasters/notesMaster1.xml" Id="R99f79c5b7eb1459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c8ba8c4fc6b4a78" /><Relationship Type="http://schemas.openxmlformats.org/officeDocument/2006/relationships/notesMaster" Target="/ppt/notesMasters/notesMaster1.xml" Id="Re41fd8946c15447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d2dc22d92d44f8b" /><Relationship Type="http://schemas.openxmlformats.org/officeDocument/2006/relationships/notesMaster" Target="/ppt/notesMasters/notesMaster1.xml" Id="R9fb48f89d6624d1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35a6f2a79364064" /><Relationship Type="http://schemas.openxmlformats.org/officeDocument/2006/relationships/notesMaster" Target="/ppt/notesMasters/notesMaster1.xml" Id="R718c6e9673f8478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9ebdfe1422f4ec9" /><Relationship Type="http://schemas.openxmlformats.org/officeDocument/2006/relationships/notesMaster" Target="/ppt/notesMasters/notesMaster1.xml" Id="Rad976c482253422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4dde3c71b642f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60a8ae5bf94f50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b0c851e99a468a" /><Relationship Type="http://schemas.openxmlformats.org/officeDocument/2006/relationships/slideLayout" Target="/ppt/slideLayouts/slideLayout1.xml" Id="Rab2d4db0fa4448c7" /><Relationship Type="http://schemas.openxmlformats.org/officeDocument/2006/relationships/slideLayout" Target="/ppt/slideLayouts/slideLayout2.xml" Id="R931e812a2951438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b2d4db0fa4448c7"/>
    <p:sldLayoutId xmlns:r="http://schemas.openxmlformats.org/officeDocument/2006/relationships" id="2147483650" r:id="R931e812a2951438f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aa2af4c7714027" /><Relationship Type="http://schemas.openxmlformats.org/officeDocument/2006/relationships/image" Target="/ppt/media/image.png" Id="R660e883768aa40bf" /><Relationship Type="http://schemas.openxmlformats.org/officeDocument/2006/relationships/image" Target="/ppt/media/image2.png" Id="R85c506322afb42d8" /><Relationship Type="http://schemas.openxmlformats.org/officeDocument/2006/relationships/notesSlide" Target="/ppt/notesSlides/notesSlide1.xml" Id="R906797e22f18434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bd71630d3248c0" /><Relationship Type="http://schemas.openxmlformats.org/officeDocument/2006/relationships/image" Target="/ppt/media/image2.png" Id="Re2e978f5bfca48e8" /><Relationship Type="http://schemas.openxmlformats.org/officeDocument/2006/relationships/notesSlide" Target="/ppt/notesSlides/notesSlide2.xml" Id="Re59fac82567345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5973f6d60544f7" /><Relationship Type="http://schemas.openxmlformats.org/officeDocument/2006/relationships/image" Target="/ppt/media/image2.png" Id="R1b0d99168c374a6f" /><Relationship Type="http://schemas.openxmlformats.org/officeDocument/2006/relationships/notesSlide" Target="/ppt/notesSlides/notesSlide3.xml" Id="Rbf47bb9cc89d44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b35a3afa034066" /><Relationship Type="http://schemas.openxmlformats.org/officeDocument/2006/relationships/image" Target="/ppt/media/image2.png" Id="Ra883da6ad6684027" /><Relationship Type="http://schemas.openxmlformats.org/officeDocument/2006/relationships/notesSlide" Target="/ppt/notesSlides/notesSlide4.xml" Id="R91e3f2a3f05647f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8ad171b8e54371" /><Relationship Type="http://schemas.openxmlformats.org/officeDocument/2006/relationships/image" Target="/ppt/media/image2.png" Id="Rf572306a1b95453b" /><Relationship Type="http://schemas.openxmlformats.org/officeDocument/2006/relationships/notesSlide" Target="/ppt/notesSlides/notesSlide5.xml" Id="Rd6ce1b1dc117471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3c44993bee4a73" /><Relationship Type="http://schemas.openxmlformats.org/officeDocument/2006/relationships/image" Target="/ppt/media/image2.png" Id="Rdd0f3272f95d4b30" /><Relationship Type="http://schemas.openxmlformats.org/officeDocument/2006/relationships/notesSlide" Target="/ppt/notesSlides/notesSlide6.xml" Id="R4809a0810ab8440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c6edd34879498d" /><Relationship Type="http://schemas.openxmlformats.org/officeDocument/2006/relationships/image" Target="/ppt/media/image2.png" Id="Rf520160c2e5f4a80" /><Relationship Type="http://schemas.openxmlformats.org/officeDocument/2006/relationships/notesSlide" Target="/ppt/notesSlides/notesSlide7.xml" Id="Re1d18abf725648d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965377fcca4bff" /><Relationship Type="http://schemas.openxmlformats.org/officeDocument/2006/relationships/image" Target="/ppt/media/image2.png" Id="R41053947f61f4b6b" /><Relationship Type="http://schemas.openxmlformats.org/officeDocument/2006/relationships/notesSlide" Target="/ppt/notesSlides/notesSlide8.xml" Id="R15387c88650d44a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cf33c55dcb4fd8" /><Relationship Type="http://schemas.openxmlformats.org/officeDocument/2006/relationships/image" Target="/ppt/media/image2.png" Id="R98b9e633cfc54189" /><Relationship Type="http://schemas.openxmlformats.org/officeDocument/2006/relationships/notesSlide" Target="/ppt/notesSlides/notesSlide9.xml" Id="Rda7fd16e34b0489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8486b2a3284c7b" /><Relationship Type="http://schemas.openxmlformats.org/officeDocument/2006/relationships/image" Target="/ppt/media/image2.png" Id="Rb9e54f52f0b6490c" /><Relationship Type="http://schemas.openxmlformats.org/officeDocument/2006/relationships/notesSlide" Target="/ppt/notesSlides/notesSlide10.xml" Id="R4980425c961b4ea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d97c75d70440e4" /><Relationship Type="http://schemas.openxmlformats.org/officeDocument/2006/relationships/image" Target="/ppt/media/image2.png" Id="R2c8dd6a24e9044d0" /><Relationship Type="http://schemas.openxmlformats.org/officeDocument/2006/relationships/notesSlide" Target="/ppt/notesSlides/notesSlide11.xml" Id="Rab1acb4be19649f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4de8edea1242df" /><Relationship Type="http://schemas.openxmlformats.org/officeDocument/2006/relationships/image" Target="/ppt/media/image2.png" Id="R4bbc6c1ce53743ee" /><Relationship Type="http://schemas.openxmlformats.org/officeDocument/2006/relationships/notesSlide" Target="/ppt/notesSlides/notesSlide12.xml" Id="Ra8783c811648478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51001c3a6b4345" /><Relationship Type="http://schemas.openxmlformats.org/officeDocument/2006/relationships/image" Target="/ppt/media/image2.png" Id="R8ad626b167eb41a4" /><Relationship Type="http://schemas.openxmlformats.org/officeDocument/2006/relationships/notesSlide" Target="/ppt/notesSlides/notesSlide13.xml" Id="Rfa0059f959dc46a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26966ae44f42b1" /><Relationship Type="http://schemas.openxmlformats.org/officeDocument/2006/relationships/image" Target="/ppt/media/image2.png" Id="R5418d20d1fd945b8" /><Relationship Type="http://schemas.openxmlformats.org/officeDocument/2006/relationships/notesSlide" Target="/ppt/notesSlides/notesSlide14.xml" Id="R1d82ccbd76744b0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793e51b7424479" /><Relationship Type="http://schemas.openxmlformats.org/officeDocument/2006/relationships/image" Target="/ppt/media/image2.png" Id="R6abedb7459a0491b" /><Relationship Type="http://schemas.openxmlformats.org/officeDocument/2006/relationships/notesSlide" Target="/ppt/notesSlides/notesSlide15.xml" Id="Rcd2b904aa0774fc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af2a4643a641ed" /><Relationship Type="http://schemas.openxmlformats.org/officeDocument/2006/relationships/image" Target="/ppt/media/image2.png" Id="Re8e5d3e535874823" /><Relationship Type="http://schemas.openxmlformats.org/officeDocument/2006/relationships/notesSlide" Target="/ppt/notesSlides/notesSlide16.xml" Id="R19d1383703a94b1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de34c112ab4703" /><Relationship Type="http://schemas.openxmlformats.org/officeDocument/2006/relationships/image" Target="/ppt/media/image2.png" Id="Rfdc295edd07a4910" /><Relationship Type="http://schemas.openxmlformats.org/officeDocument/2006/relationships/notesSlide" Target="/ppt/notesSlides/notesSlide17.xml" Id="Rb155f0c57cf448b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b825292eb1436b" /><Relationship Type="http://schemas.openxmlformats.org/officeDocument/2006/relationships/image" Target="/ppt/media/image2.png" Id="Rcb037cce39ff4a10" /><Relationship Type="http://schemas.openxmlformats.org/officeDocument/2006/relationships/notesSlide" Target="/ppt/notesSlides/notesSlide18.xml" Id="Rb6bd5da89bfa42f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86aee6fee24a50" /><Relationship Type="http://schemas.openxmlformats.org/officeDocument/2006/relationships/image" Target="/ppt/media/image2.png" Id="R4f150748243c4499" /><Relationship Type="http://schemas.openxmlformats.org/officeDocument/2006/relationships/notesSlide" Target="/ppt/notesSlides/notesSlide19.xml" Id="R00205d11138d469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9704be4450416b" /><Relationship Type="http://schemas.openxmlformats.org/officeDocument/2006/relationships/image" Target="/ppt/media/image2.png" Id="R323f195ef72a4c1f" /><Relationship Type="http://schemas.openxmlformats.org/officeDocument/2006/relationships/notesSlide" Target="/ppt/notesSlides/notesSlide20.xml" Id="Ra8dd6674bc26467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758126915f40e9" /><Relationship Type="http://schemas.openxmlformats.org/officeDocument/2006/relationships/image" Target="/ppt/media/image.png" Id="R02cbe692626348d9" /><Relationship Type="http://schemas.openxmlformats.org/officeDocument/2006/relationships/image" Target="/ppt/media/image2.png" Id="R5c92329c140249dd" /><Relationship Type="http://schemas.openxmlformats.org/officeDocument/2006/relationships/notesSlide" Target="/ppt/notesSlides/notesSlide21.xml" Id="R8fa59660bdfb448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0e883768aa40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c506322afb42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428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Analisis Regresi</a:t>
            </a:r>
          </a:p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Tingkat Lanjut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I Gede Nyoman Mindra Jaya, Ph.D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Regresi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Terapan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e978f5bfca48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Analisis Regresi Lanjut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Regresi Lanjut | Sumber HTML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Analisis regresi merupakan salah satu bahasa utama dalam statistika terapan.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analisis regresi tingkat lanjut dan orientasi…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regresi robust: m-estimator pada data dan persoalan…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 model melalui asumsi, validasi, dan diagnostik yang…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Kesehatan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Industri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Sosial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Ekonomi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Pemerintahan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Sains data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0d99168c374a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Regresi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analisis regresi tingkat lanjut dan orientasi regresi tingkat secara…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regresi robust: m-estimator pada data dan persoalan terapan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83da6ad66840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Regresi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Orientasi Analisis, Regresi Linear, Regresi Nonlinier, Regresi Nonlinier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Regresi Penalized, Regresi Penalized, Regresi Robust, Regresi Bayesian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Regresi Bayesian, Teknik Sampling, Desain Eksperimen, Regresi Lanjutan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Regresi Lanjutan, Evaluasi dan, Penyusunan Laporan, Presentasi Proyek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72306a1b9545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Analisis Regresi Lanjut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Regresi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0f3272f95d4b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20160c2e5f4a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Orientasi Analisis, Regresi Linear, Regresi Nonlinier, Regresi Nonlinier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Regresi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Orientasi Analisis Regresi Tingkat…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12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Regresi Linear sebagai Baseline…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Regresi Nonlinier I: Model…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Orientasi Analisis Regresi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Regresi Linear sebagai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Regresi Nonlinier I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Regresi Nonlinier II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Regresi Penalized I: Ridge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053947f61f4b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Regresi Nonlinier, Regresi Nonlinier, Regresi Penalized, Regresi Penalized, Regresi Robust…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Regresi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Regresi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 pembelajaran: Model pertumbuhan…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Regresi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 pembelajaran: NLS, Gauss-Newton…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Regresi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 pembelajaran: Multikolinearitas…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Regresi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 pembelajaran: Seleksi variabel…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74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Regresi Robust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 pembelajaran: Pencilan, heavy-tailed…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0774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Regresi Bayesian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 pembelajaran: Filosofi Bayesian…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Regresi Nonlinier II: Estimasi, Konvergensi, dan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Lasso meminimalkan Σ_i=1^n(y_i-x_i^β)^2 + λΣ_j=1^p|β_j|…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b9e633cfc541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Regresi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Lasso meminimalkan Σ_i=1^n(y_i-x_i^β)^2 + λΣ_j=1^p|β_j|, sedangkan Elastic…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Regresi Penalized I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Fokus…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Regresi Penalized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Fokus…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Regresi Robust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Fokus…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Regresi Bayesian I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Fokus…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Regresi Bayesian II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Fokus…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54f52f0b649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Regresi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Dalam sampling berstrata, estimator rata-rata populasi dapat ditulis sebagai…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8dd6a24e9044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bc6c1ce53743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Regresi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d626b167eb41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Regresi Bayesian, Teknik Sampling, Desain Eksperimen, Regresi Lanjutan, Regresi Lanjutan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Regresi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Dalam sampling berstrata, estimator rata-rata populasi…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Dalam aplikasi kebijakan, koefisien regresi perlu dibaca…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AIC dan BIC: AIC=-2(θ)+2k, BIC=-2(θ)+k(n). Keduanya…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Regresi Bayesian II dan Review UTS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Teknik Sampling untuk Analisis Regresi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Desain Eksperimen dan Kualitas Data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Aplikasi Regresi Lanjutan pada Data…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Aplikasi Regresi Lanjutan pada Aktuaria…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18d20d1fd945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Regresi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bedb7459a049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Regresi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Teknik Sampling untuk Analisis Regresi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Desain Eksperimen dan Kualitas Data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Aplikasi Regresi Lanjutan pada Data…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Aplikasi Regresi Lanjutan pada…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Evaluasi dan Perbandingan Model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Penyusunan Laporan Ilmiah…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e5d3e5358748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c295edd07a49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Regresi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037cce39ff4a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Regresi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Desain Eksperimen dan Kualitas…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Aplikasi Regresi Lanjutan pada…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Aplikasi Regresi Lanjutan pada…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dan Perbandingan Model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Penyusunan Laporan Ilmiah…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Presentasi Proyek, Etika…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150748243c44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Regresi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Orientasi Analisis…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Regresi Linear sebagai…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Regresi Penalized I…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Regresi Bayesian I: Prior…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Teknik Sampling untuk…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Penyusunan Laporan Ilmiah…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3f195ef72a4c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Regresi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Apa kondisi…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kondisi data yang membuat…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Bagaimana cara…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cara menjelaskan…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Apa risiko…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interpretasi yang…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Bagaimana…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bentuk validasi atau…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Bagaimana…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menyampaikan…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cbe692626348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92329c140249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Analisis Regresi Lanjut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Analisis Regresi Lanjut menghubungkan teori, data, metode, validasi, dan komunikasi untuk menghasilkan keputusan yang sahih, dapat direplikasi, dan bertanggung jawab.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2026-06-22T07:44:43.6630000Z</dcterms:created>
  <dcterms:modified xsi:type="dcterms:W3CDTF">2026-06-22T07:44:43.6630000Z</dcterms:modified>
</coreProperties>
</file>