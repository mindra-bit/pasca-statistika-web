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bb815471145496c" /><Relationship Type="http://schemas.openxmlformats.org/officeDocument/2006/relationships/extended-properties" Target="/docProps/app.xml" Id="R05498a53eeb448ac" /><Relationship Type="http://schemas.openxmlformats.org/officeDocument/2006/relationships/officeDocument" Target="/ppt/presentation.xml" Id="Rea31043bc6b44a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9a34e13a694474"/>
  </p:sldMasterIdLst>
  <p:notesMasterIdLst>
    <p:notesMasterId xmlns:r="http://schemas.openxmlformats.org/officeDocument/2006/relationships" r:id="R34d0e86b9f2f450c"/>
  </p:notesMasterIdLst>
  <p:sldIdLst>
    <p:sldId xmlns:r="http://schemas.openxmlformats.org/officeDocument/2006/relationships" id="256" r:id="R806bc881e244436c"/>
    <p:sldId xmlns:r="http://schemas.openxmlformats.org/officeDocument/2006/relationships" id="257" r:id="R0b1bfc26b6344ecb"/>
    <p:sldId xmlns:r="http://schemas.openxmlformats.org/officeDocument/2006/relationships" id="258" r:id="R806f3f18dbe64897"/>
    <p:sldId xmlns:r="http://schemas.openxmlformats.org/officeDocument/2006/relationships" id="259" r:id="R1f0837dedb184044"/>
    <p:sldId xmlns:r="http://schemas.openxmlformats.org/officeDocument/2006/relationships" id="260" r:id="R47d81bcdf4674931"/>
    <p:sldId xmlns:r="http://schemas.openxmlformats.org/officeDocument/2006/relationships" id="261" r:id="R8f66bc810cf54127"/>
    <p:sldId xmlns:r="http://schemas.openxmlformats.org/officeDocument/2006/relationships" id="262" r:id="R273ddba84fa3401a"/>
    <p:sldId xmlns:r="http://schemas.openxmlformats.org/officeDocument/2006/relationships" id="263" r:id="R09bdbc41c73940c7"/>
    <p:sldId xmlns:r="http://schemas.openxmlformats.org/officeDocument/2006/relationships" id="264" r:id="Re15d8d5480d944b7"/>
    <p:sldId xmlns:r="http://schemas.openxmlformats.org/officeDocument/2006/relationships" id="265" r:id="R5ec536ab4ba04e99"/>
    <p:sldId xmlns:r="http://schemas.openxmlformats.org/officeDocument/2006/relationships" id="266" r:id="Rda5a3a687cf64a40"/>
    <p:sldId xmlns:r="http://schemas.openxmlformats.org/officeDocument/2006/relationships" id="267" r:id="R1aa896720c0f40d7"/>
    <p:sldId xmlns:r="http://schemas.openxmlformats.org/officeDocument/2006/relationships" id="268" r:id="Rc9d377dc2dec42f2"/>
    <p:sldId xmlns:r="http://schemas.openxmlformats.org/officeDocument/2006/relationships" id="269" r:id="Rcdf732d3f0c7462b"/>
    <p:sldId xmlns:r="http://schemas.openxmlformats.org/officeDocument/2006/relationships" id="270" r:id="R6bd985960a68493a"/>
    <p:sldId xmlns:r="http://schemas.openxmlformats.org/officeDocument/2006/relationships" id="271" r:id="R9e702a8750424cef"/>
    <p:sldId xmlns:r="http://schemas.openxmlformats.org/officeDocument/2006/relationships" id="272" r:id="R903c03a1d70a457e"/>
    <p:sldId xmlns:r="http://schemas.openxmlformats.org/officeDocument/2006/relationships" id="273" r:id="R272388ff40bc497a"/>
    <p:sldId xmlns:r="http://schemas.openxmlformats.org/officeDocument/2006/relationships" id="274" r:id="R7ec89eea31b64a09"/>
    <p:sldId xmlns:r="http://schemas.openxmlformats.org/officeDocument/2006/relationships" id="275" r:id="R07db17a3740d45a0"/>
    <p:sldId xmlns:r="http://schemas.openxmlformats.org/officeDocument/2006/relationships" id="276" r:id="R3cae322113be4b4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50fd2fb81a4dfd" /><Relationship Type="http://schemas.openxmlformats.org/officeDocument/2006/relationships/slideMaster" Target="/ppt/slideMasters/slideMaster1.xml" Id="Rb29a34e13a694474" /><Relationship Type="http://schemas.openxmlformats.org/officeDocument/2006/relationships/notesMaster" Target="/ppt/notesMasters/notesMaster1.xml" Id="R34d0e86b9f2f450c" /><Relationship Type="http://schemas.openxmlformats.org/officeDocument/2006/relationships/presProps" Target="/ppt/presProps.xml" Id="R1f0e0c769608496d" /><Relationship Type="http://schemas.openxmlformats.org/officeDocument/2006/relationships/tableStyles" Target="/ppt/tableStyles.xml" Id="Rbb474e7bde8a4a57" /><Relationship Type="http://schemas.openxmlformats.org/officeDocument/2006/relationships/slide" Target="/ppt/slides/slide1.xml" Id="R806bc881e244436c" /><Relationship Type="http://schemas.openxmlformats.org/officeDocument/2006/relationships/slide" Target="/ppt/slides/slide2.xml" Id="R0b1bfc26b6344ecb" /><Relationship Type="http://schemas.openxmlformats.org/officeDocument/2006/relationships/slide" Target="/ppt/slides/slide3.xml" Id="R806f3f18dbe64897" /><Relationship Type="http://schemas.openxmlformats.org/officeDocument/2006/relationships/slide" Target="/ppt/slides/slide4.xml" Id="R1f0837dedb184044" /><Relationship Type="http://schemas.openxmlformats.org/officeDocument/2006/relationships/slide" Target="/ppt/slides/slide5.xml" Id="R47d81bcdf4674931" /><Relationship Type="http://schemas.openxmlformats.org/officeDocument/2006/relationships/slide" Target="/ppt/slides/slide6.xml" Id="R8f66bc810cf54127" /><Relationship Type="http://schemas.openxmlformats.org/officeDocument/2006/relationships/slide" Target="/ppt/slides/slide7.xml" Id="R273ddba84fa3401a" /><Relationship Type="http://schemas.openxmlformats.org/officeDocument/2006/relationships/slide" Target="/ppt/slides/slide8.xml" Id="R09bdbc41c73940c7" /><Relationship Type="http://schemas.openxmlformats.org/officeDocument/2006/relationships/slide" Target="/ppt/slides/slide9.xml" Id="Re15d8d5480d944b7" /><Relationship Type="http://schemas.openxmlformats.org/officeDocument/2006/relationships/slide" Target="/ppt/slides/slide10.xml" Id="R5ec536ab4ba04e99" /><Relationship Type="http://schemas.openxmlformats.org/officeDocument/2006/relationships/slide" Target="/ppt/slides/slide11.xml" Id="Rda5a3a687cf64a40" /><Relationship Type="http://schemas.openxmlformats.org/officeDocument/2006/relationships/slide" Target="/ppt/slides/slide12.xml" Id="R1aa896720c0f40d7" /><Relationship Type="http://schemas.openxmlformats.org/officeDocument/2006/relationships/slide" Target="/ppt/slides/slide13.xml" Id="Rc9d377dc2dec42f2" /><Relationship Type="http://schemas.openxmlformats.org/officeDocument/2006/relationships/slide" Target="/ppt/slides/slide14.xml" Id="Rcdf732d3f0c7462b" /><Relationship Type="http://schemas.openxmlformats.org/officeDocument/2006/relationships/slide" Target="/ppt/slides/slide15.xml" Id="R6bd985960a68493a" /><Relationship Type="http://schemas.openxmlformats.org/officeDocument/2006/relationships/slide" Target="/ppt/slides/slide16.xml" Id="R9e702a8750424cef" /><Relationship Type="http://schemas.openxmlformats.org/officeDocument/2006/relationships/slide" Target="/ppt/slides/slide17.xml" Id="R903c03a1d70a457e" /><Relationship Type="http://schemas.openxmlformats.org/officeDocument/2006/relationships/slide" Target="/ppt/slides/slide18.xml" Id="R272388ff40bc497a" /><Relationship Type="http://schemas.openxmlformats.org/officeDocument/2006/relationships/slide" Target="/ppt/slides/slide19.xml" Id="R7ec89eea31b64a09" /><Relationship Type="http://schemas.openxmlformats.org/officeDocument/2006/relationships/slide" Target="/ppt/slides/slide20.xml" Id="R07db17a3740d45a0" /><Relationship Type="http://schemas.openxmlformats.org/officeDocument/2006/relationships/slide" Target="/ppt/slides/slide21.xml" Id="R3cae322113be4b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39fb6a4cb748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33606795574096" /><Relationship Type="http://schemas.openxmlformats.org/officeDocument/2006/relationships/notesMaster" Target="/ppt/notesMasters/notesMaster1.xml" Id="R7fb5d07d770246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dd8ce7be344edd" /><Relationship Type="http://schemas.openxmlformats.org/officeDocument/2006/relationships/notesMaster" Target="/ppt/notesMasters/notesMaster1.xml" Id="Rf1a42846d0c448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820123405247f8" /><Relationship Type="http://schemas.openxmlformats.org/officeDocument/2006/relationships/notesMaster" Target="/ppt/notesMasters/notesMaster1.xml" Id="R626a6c00c7dc4cf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1c6ead75f249a6" /><Relationship Type="http://schemas.openxmlformats.org/officeDocument/2006/relationships/notesMaster" Target="/ppt/notesMasters/notesMaster1.xml" Id="R1ff12fb5405f48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93a7e85a2143f7" /><Relationship Type="http://schemas.openxmlformats.org/officeDocument/2006/relationships/notesMaster" Target="/ppt/notesMasters/notesMaster1.xml" Id="Re184feb9900749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123981b56a42f3" /><Relationship Type="http://schemas.openxmlformats.org/officeDocument/2006/relationships/notesMaster" Target="/ppt/notesMasters/notesMaster1.xml" Id="Rcaa087e22e10418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d69bf7c2dd04a51" /><Relationship Type="http://schemas.openxmlformats.org/officeDocument/2006/relationships/notesMaster" Target="/ppt/notesMasters/notesMaster1.xml" Id="R28d7e2133e4541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2a7f124ea454f17" /><Relationship Type="http://schemas.openxmlformats.org/officeDocument/2006/relationships/notesMaster" Target="/ppt/notesMasters/notesMaster1.xml" Id="R7630af1b5f784ce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8fadcb77235479b" /><Relationship Type="http://schemas.openxmlformats.org/officeDocument/2006/relationships/notesMaster" Target="/ppt/notesMasters/notesMaster1.xml" Id="R7c2e318e42624ff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0397790d7a0465b" /><Relationship Type="http://schemas.openxmlformats.org/officeDocument/2006/relationships/notesMaster" Target="/ppt/notesMasters/notesMaster1.xml" Id="Rbca0ba1ece494aa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57f524edc9241c4" /><Relationship Type="http://schemas.openxmlformats.org/officeDocument/2006/relationships/notesMaster" Target="/ppt/notesMasters/notesMaster1.xml" Id="R09b4df35219d4c7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33c476c2f4f4a95" /><Relationship Type="http://schemas.openxmlformats.org/officeDocument/2006/relationships/notesMaster" Target="/ppt/notesMasters/notesMaster1.xml" Id="Ree0f3cff25a94fa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2a1032651af4d7f" /><Relationship Type="http://schemas.openxmlformats.org/officeDocument/2006/relationships/notesMaster" Target="/ppt/notesMasters/notesMaster1.xml" Id="Rc060c2e03019427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b49a17085414b35" /><Relationship Type="http://schemas.openxmlformats.org/officeDocument/2006/relationships/notesMaster" Target="/ppt/notesMasters/notesMaster1.xml" Id="R011d0788846a4ba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47b75d073fe424a" /><Relationship Type="http://schemas.openxmlformats.org/officeDocument/2006/relationships/notesMaster" Target="/ppt/notesMasters/notesMaster1.xml" Id="Rd38735950f02464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9b0d7b601bf4f05" /><Relationship Type="http://schemas.openxmlformats.org/officeDocument/2006/relationships/notesMaster" Target="/ppt/notesMasters/notesMaster1.xml" Id="Rd4ecb6c9f7a848e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0bd258e94da45bc" /><Relationship Type="http://schemas.openxmlformats.org/officeDocument/2006/relationships/notesMaster" Target="/ppt/notesMasters/notesMaster1.xml" Id="R7f16ae1a36a84b9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606d32e014b43f5" /><Relationship Type="http://schemas.openxmlformats.org/officeDocument/2006/relationships/notesMaster" Target="/ppt/notesMasters/notesMaster1.xml" Id="R2548bc593fd7456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a2f9f6f7c404bb3" /><Relationship Type="http://schemas.openxmlformats.org/officeDocument/2006/relationships/notesMaster" Target="/ppt/notesMasters/notesMaster1.xml" Id="R52a626cf16fb48b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1dd74ad04584ad3" /><Relationship Type="http://schemas.openxmlformats.org/officeDocument/2006/relationships/notesMaster" Target="/ppt/notesMasters/notesMaster1.xml" Id="Ra6b40e87b3ce47b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28ea5de691443c8" /><Relationship Type="http://schemas.openxmlformats.org/officeDocument/2006/relationships/notesMaster" Target="/ppt/notesMasters/notesMaster1.xml" Id="R77c714c37c92425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0fd1f54511431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8512ab976749d1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d30ce85673466c" /><Relationship Type="http://schemas.openxmlformats.org/officeDocument/2006/relationships/slideLayout" Target="/ppt/slideLayouts/slideLayout1.xml" Id="Rc9819550922847a6" /><Relationship Type="http://schemas.openxmlformats.org/officeDocument/2006/relationships/slideLayout" Target="/ppt/slideLayouts/slideLayout2.xml" Id="Re8ceb51b92494e4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819550922847a6"/>
    <p:sldLayoutId xmlns:r="http://schemas.openxmlformats.org/officeDocument/2006/relationships" id="2147483650" r:id="Re8ceb51b92494e4c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d0bfb0a3c74053" /><Relationship Type="http://schemas.openxmlformats.org/officeDocument/2006/relationships/image" Target="/ppt/media/image.png" Id="R039aebcf266b44fe" /><Relationship Type="http://schemas.openxmlformats.org/officeDocument/2006/relationships/image" Target="/ppt/media/image2.png" Id="R7cb687ffab2148cb" /><Relationship Type="http://schemas.openxmlformats.org/officeDocument/2006/relationships/notesSlide" Target="/ppt/notesSlides/notesSlide1.xml" Id="Rfb12a7a9348e44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386b4b88aa4376" /><Relationship Type="http://schemas.openxmlformats.org/officeDocument/2006/relationships/image" Target="/ppt/media/image2.png" Id="R2ee808208fe7478d" /><Relationship Type="http://schemas.openxmlformats.org/officeDocument/2006/relationships/notesSlide" Target="/ppt/notesSlides/notesSlide2.xml" Id="R50a80a909d2549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5c3cc5223946bb" /><Relationship Type="http://schemas.openxmlformats.org/officeDocument/2006/relationships/image" Target="/ppt/media/image2.png" Id="Re465685713454f2c" /><Relationship Type="http://schemas.openxmlformats.org/officeDocument/2006/relationships/notesSlide" Target="/ppt/notesSlides/notesSlide3.xml" Id="R811d05deedaa49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c3b2013a674c09" /><Relationship Type="http://schemas.openxmlformats.org/officeDocument/2006/relationships/image" Target="/ppt/media/image2.png" Id="R1e56d43f69874cec" /><Relationship Type="http://schemas.openxmlformats.org/officeDocument/2006/relationships/notesSlide" Target="/ppt/notesSlides/notesSlide4.xml" Id="R8f1f613d1a56440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493aa81d7543a6" /><Relationship Type="http://schemas.openxmlformats.org/officeDocument/2006/relationships/image" Target="/ppt/media/image2.png" Id="Ra6a73c62457e4428" /><Relationship Type="http://schemas.openxmlformats.org/officeDocument/2006/relationships/notesSlide" Target="/ppt/notesSlides/notesSlide5.xml" Id="R400b570590fa48d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9139b86d234b9c" /><Relationship Type="http://schemas.openxmlformats.org/officeDocument/2006/relationships/image" Target="/ppt/media/image2.png" Id="R7e3f76bb93624d88" /><Relationship Type="http://schemas.openxmlformats.org/officeDocument/2006/relationships/notesSlide" Target="/ppt/notesSlides/notesSlide6.xml" Id="R22061d7e0a6c437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aef2687d8542c0" /><Relationship Type="http://schemas.openxmlformats.org/officeDocument/2006/relationships/image" Target="/ppt/media/image2.png" Id="R2ab68596929d41ef" /><Relationship Type="http://schemas.openxmlformats.org/officeDocument/2006/relationships/notesSlide" Target="/ppt/notesSlides/notesSlide7.xml" Id="R7a6faa50e56c451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e2873c999b4e8e" /><Relationship Type="http://schemas.openxmlformats.org/officeDocument/2006/relationships/image" Target="/ppt/media/image2.png" Id="Rf3c9389a630d4200" /><Relationship Type="http://schemas.openxmlformats.org/officeDocument/2006/relationships/notesSlide" Target="/ppt/notesSlides/notesSlide8.xml" Id="R7cf9fd4ce3b7433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51f2d2acb24ebf" /><Relationship Type="http://schemas.openxmlformats.org/officeDocument/2006/relationships/image" Target="/ppt/media/image2.png" Id="R69930801bf594205" /><Relationship Type="http://schemas.openxmlformats.org/officeDocument/2006/relationships/notesSlide" Target="/ppt/notesSlides/notesSlide9.xml" Id="Rcca45df89c434e6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9caad2aabe4f86" /><Relationship Type="http://schemas.openxmlformats.org/officeDocument/2006/relationships/image" Target="/ppt/media/image2.png" Id="R95a951c32d5a4631" /><Relationship Type="http://schemas.openxmlformats.org/officeDocument/2006/relationships/notesSlide" Target="/ppt/notesSlides/notesSlide10.xml" Id="Rc3bb61c86a4a462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12f3514bb4415b" /><Relationship Type="http://schemas.openxmlformats.org/officeDocument/2006/relationships/image" Target="/ppt/media/image2.png" Id="Ra97eeda95a974382" /><Relationship Type="http://schemas.openxmlformats.org/officeDocument/2006/relationships/notesSlide" Target="/ppt/notesSlides/notesSlide11.xml" Id="R7af4685ae084480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a94ad091834cdb" /><Relationship Type="http://schemas.openxmlformats.org/officeDocument/2006/relationships/image" Target="/ppt/media/image2.png" Id="R40f1014a894f443c" /><Relationship Type="http://schemas.openxmlformats.org/officeDocument/2006/relationships/notesSlide" Target="/ppt/notesSlides/notesSlide12.xml" Id="R68183c68e7eb433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8d8fb32cde41cf" /><Relationship Type="http://schemas.openxmlformats.org/officeDocument/2006/relationships/image" Target="/ppt/media/image2.png" Id="Rb36e4c7d206e43ff" /><Relationship Type="http://schemas.openxmlformats.org/officeDocument/2006/relationships/notesSlide" Target="/ppt/notesSlides/notesSlide13.xml" Id="Rc5844c4d501d496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78a4183c1d47c0" /><Relationship Type="http://schemas.openxmlformats.org/officeDocument/2006/relationships/image" Target="/ppt/media/image2.png" Id="R0451d1a4d0574777" /><Relationship Type="http://schemas.openxmlformats.org/officeDocument/2006/relationships/notesSlide" Target="/ppt/notesSlides/notesSlide14.xml" Id="R24a60932f58c48e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4a2b253ec24f0a" /><Relationship Type="http://schemas.openxmlformats.org/officeDocument/2006/relationships/image" Target="/ppt/media/image2.png" Id="R65b0fcc1f5b2421c" /><Relationship Type="http://schemas.openxmlformats.org/officeDocument/2006/relationships/notesSlide" Target="/ppt/notesSlides/notesSlide15.xml" Id="Re8ca1c2041bd4b3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e72983b58c46ff" /><Relationship Type="http://schemas.openxmlformats.org/officeDocument/2006/relationships/image" Target="/ppt/media/image2.png" Id="R075d31c5bb2c4783" /><Relationship Type="http://schemas.openxmlformats.org/officeDocument/2006/relationships/notesSlide" Target="/ppt/notesSlides/notesSlide16.xml" Id="R27153606c15b48c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5348faa00c4816" /><Relationship Type="http://schemas.openxmlformats.org/officeDocument/2006/relationships/image" Target="/ppt/media/image2.png" Id="R9d1ee45c5a7b41f8" /><Relationship Type="http://schemas.openxmlformats.org/officeDocument/2006/relationships/notesSlide" Target="/ppt/notesSlides/notesSlide17.xml" Id="R8f9d424e54544fd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26b5ebbeb6467b" /><Relationship Type="http://schemas.openxmlformats.org/officeDocument/2006/relationships/image" Target="/ppt/media/image2.png" Id="R425d8f31cf1f4839" /><Relationship Type="http://schemas.openxmlformats.org/officeDocument/2006/relationships/notesSlide" Target="/ppt/notesSlides/notesSlide18.xml" Id="Re311f81a4fab43f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bfea88892a4f74" /><Relationship Type="http://schemas.openxmlformats.org/officeDocument/2006/relationships/image" Target="/ppt/media/image2.png" Id="R72a60d2daa6b47d7" /><Relationship Type="http://schemas.openxmlformats.org/officeDocument/2006/relationships/notesSlide" Target="/ppt/notesSlides/notesSlide19.xml" Id="Re205dd1bca81401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414dd701a84b7d" /><Relationship Type="http://schemas.openxmlformats.org/officeDocument/2006/relationships/image" Target="/ppt/media/image2.png" Id="Re8c90ff247bc4735" /><Relationship Type="http://schemas.openxmlformats.org/officeDocument/2006/relationships/notesSlide" Target="/ppt/notesSlides/notesSlide20.xml" Id="R07b223af45734b9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a293dd3b804d01" /><Relationship Type="http://schemas.openxmlformats.org/officeDocument/2006/relationships/image" Target="/ppt/media/image.png" Id="R4367afdb86c44ebe" /><Relationship Type="http://schemas.openxmlformats.org/officeDocument/2006/relationships/image" Target="/ppt/media/image2.png" Id="R472156dfd7e74bc8" /><Relationship Type="http://schemas.openxmlformats.org/officeDocument/2006/relationships/notesSlide" Target="/ppt/notesSlides/notesSlide21.xml" Id="Rb08f651eb76247b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9aebcf266b44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b687ffab2148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Sampling Survey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Bertho Tantular, M.Si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Sampling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Survey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e808208fe747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Sampling Survey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Sampling Survey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84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Mata kuliah ini membangun penguasaan sampling survey melalui teori, praktik komputasi, studi kasus, dan komunikasi ilmiah.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sampling survey dan identitas mata kuliah dan…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bab 6. sampling klaster pada data dan persoalan terapan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Survei sosial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Pemerintahan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Pasar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Lingkungan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Kebijakan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65685713454f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Sampling Survey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sampling survey dan identitas mata kuliah dan secara kritis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bab 6. sampling klaster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56d43f69874c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Sampling Survey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Identitas Mata, Bab 1. Konsep, Bab 2. Distribusi, Bab 3. Simple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4. Sampling, Bab 5. Sampling, Bab 6. Sampling, Bab 7. Multistage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8. Penaksir, Bab 9. Analisis, Bab 10. Penanganan, Bab 11. Double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12. Sampling, Bab 13. PPS, Bab 14., Minggu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a73c62457e4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Sampling Survey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Sampling Survey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3f76bb93624d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b68596929d41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Identitas Mata, Bab 1. Konsep, Bab 2. Distribusi, Bab 3. Simple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Sampling Survey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Identitas Mata Kuliah dan Arah…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Bab 1. Konsep Dasar Sampling…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Bab 2. Distribusi Sampling…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Identitas Mata Kuliah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1. Konsep Dasar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2. Distribusi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3. Simple Random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4. Sampling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c9389a630d42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Bab 2. Distribusi, Bab 3. Simple, Bab 4. Sampling, Bab 5. Sampling, Bab 6. Sampling, Bab 7.…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Sampling Survey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2.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Pada bagian ini, fokus pembelajaran adalah…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3. Simple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Pada bagian ini, fokus pembelajaran adalah…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620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4. Sampling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Pada bagian ini, fokus pembelajaran adalah…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620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5. Sampling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Pada bagian ini, fokus pembelajaran adalah…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620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6. Sampling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Pada bagian ini, fokus pembelajaran adalah…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Bab 7.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Pada bagian ini, fokus pembelajaran adalah…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SE(θ̂)=(θ̂), CI_95\%:\ θ̂ 1.96\,SE(θ̂).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̄_st=Σ_h=1^HW_hȳ_h, …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930801bf5942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Sampling Survey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k=(N)/(n), s=,r+k,r+2k,,r+(n-1)k\.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4. Sampling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Pada bagian ini…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5. Sampling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Pada bagian ini…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6. Sampling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Pada bagian ini…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7. Multistage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Pada bagian ini…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8. Penaksir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Pada bagian ini…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a951c32d5a46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Sampling Survey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_i=_1i_2i|1·s_Ki|1,,K-1, w_i=(1)/(_i).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7eeda95a9743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f1014a894f44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Sampling Survey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6e4c7d206e43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Bab 8. Penaksir, Bab 9. Analisis, Bab 10. Penanganan, Bab 11. Double, Bab 12. Sampling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Sampling Survey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753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Ŷ_R=X_Ū_sx̄_s, Ŷ_reg=Ŷ_HT+B̂(X_U-X̂_HT).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73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w_i^adj=w_i Σ_j C_hw_jΣ_j R_hw_j, R_h C_h.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MSE(θ̂)=Var(θ̂)+Bias(θ̂)^2.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8. Penaksir Rasio, Difference, dan…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9. Analisis Data Complex Survey…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10. Penanganan Non-response dan…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11. Double Sampling atau Two-Phase…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12. Sampling Error, Nonsampling…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51d1a4d05747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Sampling Survey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b0fcc1f5b242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Sampling Survey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9. Analisis Data Complex Survey…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10. Penanganan Non-response dan…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11. Double Sampling atau Two-Phase…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12. Sampling Error, Nonsampling…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13. PPS Systematic Sampling dan…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Bab 14. Non-Probability Sampling dan…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5d31c5bb2c47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1ee45c5a7b41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Sampling Survey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5d8f31cf1f48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Sampling Survey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10. Penanganan Non-response…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11. Double Sampling atau…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12. Sampling Error…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13. PPS Systematic Sampling…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14. Non-Probability Sampling…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Minggu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a60d2daa6b47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Sampling Survey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Identitas Mata Kuliah dan…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1. Konsep Dasar…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4. Sampling…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7. Multistage…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9. Analisis Data…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Bab 14. Non-Probability…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c90ff247bc47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Sampling Survey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Apa parameter…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parameter populasi yang…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Apakah kerangka…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Apakah kerangka sampel…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Siapa yang…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Siapa yang berisiko tidak…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Apa konsekuensi…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konsekuensi biaya, waktu…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Bagaimana…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peluang pemilihan…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67afdb86c44e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2156dfd7e74b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Sampling Survey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Sampling Survey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2026-06-22T07:45:21.3150000Z</dcterms:created>
  <dcterms:modified xsi:type="dcterms:W3CDTF">2026-06-22T07:45:21.3150000Z</dcterms:modified>
</coreProperties>
</file>