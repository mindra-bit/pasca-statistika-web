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5f7a347d174dbf" /><Relationship Type="http://schemas.openxmlformats.org/officeDocument/2006/relationships/extended-properties" Target="/docProps/app.xml" Id="Re313c05e0d2b4582" /><Relationship Type="http://schemas.openxmlformats.org/officeDocument/2006/relationships/officeDocument" Target="/ppt/presentation.xml" Id="R70b96fb8172a42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7a6695a7b74d9a"/>
  </p:sldMasterIdLst>
  <p:notesMasterIdLst>
    <p:notesMasterId xmlns:r="http://schemas.openxmlformats.org/officeDocument/2006/relationships" r:id="R484688fa5cb34f1b"/>
  </p:notesMasterIdLst>
  <p:sldIdLst>
    <p:sldId xmlns:r="http://schemas.openxmlformats.org/officeDocument/2006/relationships" id="256" r:id="Rce2cf0b967b347ce"/>
    <p:sldId xmlns:r="http://schemas.openxmlformats.org/officeDocument/2006/relationships" id="257" r:id="R7235c1f02bbf4bd8"/>
    <p:sldId xmlns:r="http://schemas.openxmlformats.org/officeDocument/2006/relationships" id="258" r:id="R20564567036b424f"/>
    <p:sldId xmlns:r="http://schemas.openxmlformats.org/officeDocument/2006/relationships" id="259" r:id="R37257da31cce49aa"/>
    <p:sldId xmlns:r="http://schemas.openxmlformats.org/officeDocument/2006/relationships" id="260" r:id="R77803bb47b5d4e03"/>
    <p:sldId xmlns:r="http://schemas.openxmlformats.org/officeDocument/2006/relationships" id="261" r:id="R1ca435cdfc424d0b"/>
    <p:sldId xmlns:r="http://schemas.openxmlformats.org/officeDocument/2006/relationships" id="262" r:id="Rd95cc0ef3c0c4b11"/>
    <p:sldId xmlns:r="http://schemas.openxmlformats.org/officeDocument/2006/relationships" id="263" r:id="R24eb9dff51ab4ad6"/>
    <p:sldId xmlns:r="http://schemas.openxmlformats.org/officeDocument/2006/relationships" id="264" r:id="Reb9368f90f98405e"/>
    <p:sldId xmlns:r="http://schemas.openxmlformats.org/officeDocument/2006/relationships" id="265" r:id="Ra53b6d11f0c24ce5"/>
    <p:sldId xmlns:r="http://schemas.openxmlformats.org/officeDocument/2006/relationships" id="266" r:id="R15ebe09e3c9e42f5"/>
    <p:sldId xmlns:r="http://schemas.openxmlformats.org/officeDocument/2006/relationships" id="267" r:id="Rce3582be0e924414"/>
    <p:sldId xmlns:r="http://schemas.openxmlformats.org/officeDocument/2006/relationships" id="268" r:id="Ra0626c8e6d40401d"/>
    <p:sldId xmlns:r="http://schemas.openxmlformats.org/officeDocument/2006/relationships" id="269" r:id="R97e1e570a36f450f"/>
    <p:sldId xmlns:r="http://schemas.openxmlformats.org/officeDocument/2006/relationships" id="270" r:id="Re3bd388c6b2b4c21"/>
    <p:sldId xmlns:r="http://schemas.openxmlformats.org/officeDocument/2006/relationships" id="271" r:id="R7d2d685c3762453c"/>
    <p:sldId xmlns:r="http://schemas.openxmlformats.org/officeDocument/2006/relationships" id="272" r:id="R741d9349a5264417"/>
    <p:sldId xmlns:r="http://schemas.openxmlformats.org/officeDocument/2006/relationships" id="273" r:id="R19fede4a725142b4"/>
    <p:sldId xmlns:r="http://schemas.openxmlformats.org/officeDocument/2006/relationships" id="274" r:id="Rd286c79b372941b3"/>
    <p:sldId xmlns:r="http://schemas.openxmlformats.org/officeDocument/2006/relationships" id="275" r:id="R3ad1d3930fa947dd"/>
    <p:sldId xmlns:r="http://schemas.openxmlformats.org/officeDocument/2006/relationships" id="276" r:id="R7435f58868cf4f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3c0f154bb6485d" /><Relationship Type="http://schemas.openxmlformats.org/officeDocument/2006/relationships/slideMaster" Target="/ppt/slideMasters/slideMaster1.xml" Id="R587a6695a7b74d9a" /><Relationship Type="http://schemas.openxmlformats.org/officeDocument/2006/relationships/notesMaster" Target="/ppt/notesMasters/notesMaster1.xml" Id="R484688fa5cb34f1b" /><Relationship Type="http://schemas.openxmlformats.org/officeDocument/2006/relationships/presProps" Target="/ppt/presProps.xml" Id="R91d9e691b529413e" /><Relationship Type="http://schemas.openxmlformats.org/officeDocument/2006/relationships/tableStyles" Target="/ppt/tableStyles.xml" Id="R2fff5fa228a34260" /><Relationship Type="http://schemas.openxmlformats.org/officeDocument/2006/relationships/slide" Target="/ppt/slides/slide1.xml" Id="Rce2cf0b967b347ce" /><Relationship Type="http://schemas.openxmlformats.org/officeDocument/2006/relationships/slide" Target="/ppt/slides/slide2.xml" Id="R7235c1f02bbf4bd8" /><Relationship Type="http://schemas.openxmlformats.org/officeDocument/2006/relationships/slide" Target="/ppt/slides/slide3.xml" Id="R20564567036b424f" /><Relationship Type="http://schemas.openxmlformats.org/officeDocument/2006/relationships/slide" Target="/ppt/slides/slide4.xml" Id="R37257da31cce49aa" /><Relationship Type="http://schemas.openxmlformats.org/officeDocument/2006/relationships/slide" Target="/ppt/slides/slide5.xml" Id="R77803bb47b5d4e03" /><Relationship Type="http://schemas.openxmlformats.org/officeDocument/2006/relationships/slide" Target="/ppt/slides/slide6.xml" Id="R1ca435cdfc424d0b" /><Relationship Type="http://schemas.openxmlformats.org/officeDocument/2006/relationships/slide" Target="/ppt/slides/slide7.xml" Id="Rd95cc0ef3c0c4b11" /><Relationship Type="http://schemas.openxmlformats.org/officeDocument/2006/relationships/slide" Target="/ppt/slides/slide8.xml" Id="R24eb9dff51ab4ad6" /><Relationship Type="http://schemas.openxmlformats.org/officeDocument/2006/relationships/slide" Target="/ppt/slides/slide9.xml" Id="Reb9368f90f98405e" /><Relationship Type="http://schemas.openxmlformats.org/officeDocument/2006/relationships/slide" Target="/ppt/slides/slide10.xml" Id="Ra53b6d11f0c24ce5" /><Relationship Type="http://schemas.openxmlformats.org/officeDocument/2006/relationships/slide" Target="/ppt/slides/slide11.xml" Id="R15ebe09e3c9e42f5" /><Relationship Type="http://schemas.openxmlformats.org/officeDocument/2006/relationships/slide" Target="/ppt/slides/slide12.xml" Id="Rce3582be0e924414" /><Relationship Type="http://schemas.openxmlformats.org/officeDocument/2006/relationships/slide" Target="/ppt/slides/slide13.xml" Id="Ra0626c8e6d40401d" /><Relationship Type="http://schemas.openxmlformats.org/officeDocument/2006/relationships/slide" Target="/ppt/slides/slide14.xml" Id="R97e1e570a36f450f" /><Relationship Type="http://schemas.openxmlformats.org/officeDocument/2006/relationships/slide" Target="/ppt/slides/slide15.xml" Id="Re3bd388c6b2b4c21" /><Relationship Type="http://schemas.openxmlformats.org/officeDocument/2006/relationships/slide" Target="/ppt/slides/slide16.xml" Id="R7d2d685c3762453c" /><Relationship Type="http://schemas.openxmlformats.org/officeDocument/2006/relationships/slide" Target="/ppt/slides/slide17.xml" Id="R741d9349a5264417" /><Relationship Type="http://schemas.openxmlformats.org/officeDocument/2006/relationships/slide" Target="/ppt/slides/slide18.xml" Id="R19fede4a725142b4" /><Relationship Type="http://schemas.openxmlformats.org/officeDocument/2006/relationships/slide" Target="/ppt/slides/slide19.xml" Id="Rd286c79b372941b3" /><Relationship Type="http://schemas.openxmlformats.org/officeDocument/2006/relationships/slide" Target="/ppt/slides/slide20.xml" Id="R3ad1d3930fa947dd" /><Relationship Type="http://schemas.openxmlformats.org/officeDocument/2006/relationships/slide" Target="/ppt/slides/slide21.xml" Id="R7435f58868cf4f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e1e480be0441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6b65d95408466c" /><Relationship Type="http://schemas.openxmlformats.org/officeDocument/2006/relationships/notesMaster" Target="/ppt/notesMasters/notesMaster1.xml" Id="Rc7e311b2afb34a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de23507a5146fa" /><Relationship Type="http://schemas.openxmlformats.org/officeDocument/2006/relationships/notesMaster" Target="/ppt/notesMasters/notesMaster1.xml" Id="Rdfa16dadee674d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a64c31f52c4b32" /><Relationship Type="http://schemas.openxmlformats.org/officeDocument/2006/relationships/notesMaster" Target="/ppt/notesMasters/notesMaster1.xml" Id="R38f35944525046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8318dc164c4a01" /><Relationship Type="http://schemas.openxmlformats.org/officeDocument/2006/relationships/notesMaster" Target="/ppt/notesMasters/notesMaster1.xml" Id="R44ea15858085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d04b817b4d4b3a" /><Relationship Type="http://schemas.openxmlformats.org/officeDocument/2006/relationships/notesMaster" Target="/ppt/notesMasters/notesMaster1.xml" Id="Rda4e8bffe02a41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8e36b44a57407a" /><Relationship Type="http://schemas.openxmlformats.org/officeDocument/2006/relationships/notesMaster" Target="/ppt/notesMasters/notesMaster1.xml" Id="Rc4c2b4f07b9346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1da6dd83d944b5" /><Relationship Type="http://schemas.openxmlformats.org/officeDocument/2006/relationships/notesMaster" Target="/ppt/notesMasters/notesMaster1.xml" Id="R484c6d24f81148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4c7db885d04714" /><Relationship Type="http://schemas.openxmlformats.org/officeDocument/2006/relationships/notesMaster" Target="/ppt/notesMasters/notesMaster1.xml" Id="Re2f3dc4de5d949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9d841996374c6a" /><Relationship Type="http://schemas.openxmlformats.org/officeDocument/2006/relationships/notesMaster" Target="/ppt/notesMasters/notesMaster1.xml" Id="Rf7e916b7cb2e43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6b012c01c84a77" /><Relationship Type="http://schemas.openxmlformats.org/officeDocument/2006/relationships/notesMaster" Target="/ppt/notesMasters/notesMaster1.xml" Id="R98302aae618340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7a688faad446d5" /><Relationship Type="http://schemas.openxmlformats.org/officeDocument/2006/relationships/notesMaster" Target="/ppt/notesMasters/notesMaster1.xml" Id="R1b1879544cc64f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bc3201d83c4fa4" /><Relationship Type="http://schemas.openxmlformats.org/officeDocument/2006/relationships/notesMaster" Target="/ppt/notesMasters/notesMaster1.xml" Id="R08cef393c93b41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f452d119c84af6" /><Relationship Type="http://schemas.openxmlformats.org/officeDocument/2006/relationships/notesMaster" Target="/ppt/notesMasters/notesMaster1.xml" Id="Rbfe45470b9f04d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5128cf03064825" /><Relationship Type="http://schemas.openxmlformats.org/officeDocument/2006/relationships/notesMaster" Target="/ppt/notesMasters/notesMaster1.xml" Id="Re36acb6b816540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0f6b414a5e4fc5" /><Relationship Type="http://schemas.openxmlformats.org/officeDocument/2006/relationships/notesMaster" Target="/ppt/notesMasters/notesMaster1.xml" Id="Ra80e335732794e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e01c36f7c847b8" /><Relationship Type="http://schemas.openxmlformats.org/officeDocument/2006/relationships/notesMaster" Target="/ppt/notesMasters/notesMaster1.xml" Id="Rb4282127d1324f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ddc78be55940b0" /><Relationship Type="http://schemas.openxmlformats.org/officeDocument/2006/relationships/notesMaster" Target="/ppt/notesMasters/notesMaster1.xml" Id="R4bbd5b14217549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178b19e91a455f" /><Relationship Type="http://schemas.openxmlformats.org/officeDocument/2006/relationships/notesMaster" Target="/ppt/notesMasters/notesMaster1.xml" Id="R2e6bccfbd52f4d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1b4f773bad4273" /><Relationship Type="http://schemas.openxmlformats.org/officeDocument/2006/relationships/notesMaster" Target="/ppt/notesMasters/notesMaster1.xml" Id="Rb32d99e3eca1448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b160e2a3d74489" /><Relationship Type="http://schemas.openxmlformats.org/officeDocument/2006/relationships/notesMaster" Target="/ppt/notesMasters/notesMaster1.xml" Id="R6f0d17c54f09485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830f1daa5240ef" /><Relationship Type="http://schemas.openxmlformats.org/officeDocument/2006/relationships/notesMaster" Target="/ppt/notesMasters/notesMaster1.xml" Id="R2f7b89bfd7654a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e7f2ccc3345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86902b6ff494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2a2c43d1ad482f" /><Relationship Type="http://schemas.openxmlformats.org/officeDocument/2006/relationships/slideLayout" Target="/ppt/slideLayouts/slideLayout1.xml" Id="R2f931e6ce1bf44ea" /><Relationship Type="http://schemas.openxmlformats.org/officeDocument/2006/relationships/slideLayout" Target="/ppt/slideLayouts/slideLayout2.xml" Id="Rce1c9745c5994ed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931e6ce1bf44ea"/>
    <p:sldLayoutId xmlns:r="http://schemas.openxmlformats.org/officeDocument/2006/relationships" id="2147483650" r:id="Rce1c9745c5994ed0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0ed222e2e54d5d" /><Relationship Type="http://schemas.openxmlformats.org/officeDocument/2006/relationships/image" Target="/ppt/media/image.png" Id="R1b32925a0d3d4362" /><Relationship Type="http://schemas.openxmlformats.org/officeDocument/2006/relationships/image" Target="/ppt/media/image2.png" Id="R26d449b24cd24f83" /><Relationship Type="http://schemas.openxmlformats.org/officeDocument/2006/relationships/notesSlide" Target="/ppt/notesSlides/notesSlide1.xml" Id="R8dc1bd71790741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fe893011434d96" /><Relationship Type="http://schemas.openxmlformats.org/officeDocument/2006/relationships/image" Target="/ppt/media/image2.png" Id="Rd65663c82fba4b7b" /><Relationship Type="http://schemas.openxmlformats.org/officeDocument/2006/relationships/notesSlide" Target="/ppt/notesSlides/notesSlide2.xml" Id="Re4f0793b2edf49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3b38e1c1164cf5" /><Relationship Type="http://schemas.openxmlformats.org/officeDocument/2006/relationships/image" Target="/ppt/media/image2.png" Id="R9a31a49479434895" /><Relationship Type="http://schemas.openxmlformats.org/officeDocument/2006/relationships/notesSlide" Target="/ppt/notesSlides/notesSlide3.xml" Id="R5507a644560e48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5f6c675aef4d1c" /><Relationship Type="http://schemas.openxmlformats.org/officeDocument/2006/relationships/image" Target="/ppt/media/image2.png" Id="R0dba25cca46e4c10" /><Relationship Type="http://schemas.openxmlformats.org/officeDocument/2006/relationships/notesSlide" Target="/ppt/notesSlides/notesSlide4.xml" Id="Rcfac61e37f744e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83dc05bc214b70" /><Relationship Type="http://schemas.openxmlformats.org/officeDocument/2006/relationships/image" Target="/ppt/media/image2.png" Id="R1a9cb3b1faf24e65" /><Relationship Type="http://schemas.openxmlformats.org/officeDocument/2006/relationships/notesSlide" Target="/ppt/notesSlides/notesSlide5.xml" Id="R6f3690ba67434d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8c29fea9354a55" /><Relationship Type="http://schemas.openxmlformats.org/officeDocument/2006/relationships/image" Target="/ppt/media/image2.png" Id="R820400a6926d4fbc" /><Relationship Type="http://schemas.openxmlformats.org/officeDocument/2006/relationships/notesSlide" Target="/ppt/notesSlides/notesSlide6.xml" Id="R5fd85ca121ef41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06a90ac5d74636" /><Relationship Type="http://schemas.openxmlformats.org/officeDocument/2006/relationships/image" Target="/ppt/media/image2.png" Id="R652460b573624c00" /><Relationship Type="http://schemas.openxmlformats.org/officeDocument/2006/relationships/notesSlide" Target="/ppt/notesSlides/notesSlide7.xml" Id="R88a7e6d2cfeb40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12b477647e468d" /><Relationship Type="http://schemas.openxmlformats.org/officeDocument/2006/relationships/image" Target="/ppt/media/image2.png" Id="R47983304e4a74468" /><Relationship Type="http://schemas.openxmlformats.org/officeDocument/2006/relationships/notesSlide" Target="/ppt/notesSlides/notesSlide8.xml" Id="R0fc952a7809544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4f4e29e9104fe3" /><Relationship Type="http://schemas.openxmlformats.org/officeDocument/2006/relationships/image" Target="/ppt/media/image2.png" Id="Rb2bdf59926f846b6" /><Relationship Type="http://schemas.openxmlformats.org/officeDocument/2006/relationships/notesSlide" Target="/ppt/notesSlides/notesSlide9.xml" Id="Rd0aba1ce1a5c4c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29dc8514794bf9" /><Relationship Type="http://schemas.openxmlformats.org/officeDocument/2006/relationships/image" Target="/ppt/media/image2.png" Id="Rc645678a1159426e" /><Relationship Type="http://schemas.openxmlformats.org/officeDocument/2006/relationships/notesSlide" Target="/ppt/notesSlides/notesSlide10.xml" Id="R813b5e634c7f4a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fa6446df4248b9" /><Relationship Type="http://schemas.openxmlformats.org/officeDocument/2006/relationships/image" Target="/ppt/media/image2.png" Id="Rb2f92f235a314d87" /><Relationship Type="http://schemas.openxmlformats.org/officeDocument/2006/relationships/notesSlide" Target="/ppt/notesSlides/notesSlide11.xml" Id="Ree20d103d60a45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fa3cfa8a0f4074" /><Relationship Type="http://schemas.openxmlformats.org/officeDocument/2006/relationships/image" Target="/ppt/media/image2.png" Id="R99429dbdb0444b8f" /><Relationship Type="http://schemas.openxmlformats.org/officeDocument/2006/relationships/notesSlide" Target="/ppt/notesSlides/notesSlide12.xml" Id="R2b1622f2895242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e3f1418ed749a9" /><Relationship Type="http://schemas.openxmlformats.org/officeDocument/2006/relationships/image" Target="/ppt/media/image2.png" Id="Rb413ad9d3e8f46bd" /><Relationship Type="http://schemas.openxmlformats.org/officeDocument/2006/relationships/notesSlide" Target="/ppt/notesSlides/notesSlide13.xml" Id="Rb66f4dee78fe41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de68f9dd804a31" /><Relationship Type="http://schemas.openxmlformats.org/officeDocument/2006/relationships/image" Target="/ppt/media/image2.png" Id="R467484fd64f94b24" /><Relationship Type="http://schemas.openxmlformats.org/officeDocument/2006/relationships/notesSlide" Target="/ppt/notesSlides/notesSlide14.xml" Id="Ra055acc4d1104f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d13d147f004167" /><Relationship Type="http://schemas.openxmlformats.org/officeDocument/2006/relationships/image" Target="/ppt/media/image2.png" Id="Re2aa4b7987694ab7" /><Relationship Type="http://schemas.openxmlformats.org/officeDocument/2006/relationships/notesSlide" Target="/ppt/notesSlides/notesSlide15.xml" Id="R38fc746e86c34e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a6816652e548a0" /><Relationship Type="http://schemas.openxmlformats.org/officeDocument/2006/relationships/image" Target="/ppt/media/image2.png" Id="R14b27f7882fc4e37" /><Relationship Type="http://schemas.openxmlformats.org/officeDocument/2006/relationships/notesSlide" Target="/ppt/notesSlides/notesSlide16.xml" Id="Reae519060bad4e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a3dfaf52fb4ac3" /><Relationship Type="http://schemas.openxmlformats.org/officeDocument/2006/relationships/image" Target="/ppt/media/image2.png" Id="Ra492eca571b14a60" /><Relationship Type="http://schemas.openxmlformats.org/officeDocument/2006/relationships/notesSlide" Target="/ppt/notesSlides/notesSlide17.xml" Id="R4113fd0664c142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0f10cf2d44c5a" /><Relationship Type="http://schemas.openxmlformats.org/officeDocument/2006/relationships/image" Target="/ppt/media/image2.png" Id="R1619906a22884dc7" /><Relationship Type="http://schemas.openxmlformats.org/officeDocument/2006/relationships/notesSlide" Target="/ppt/notesSlides/notesSlide18.xml" Id="R8ec0332c206841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5ad850b8e9405e" /><Relationship Type="http://schemas.openxmlformats.org/officeDocument/2006/relationships/image" Target="/ppt/media/image2.png" Id="R22a40d39f11a4840" /><Relationship Type="http://schemas.openxmlformats.org/officeDocument/2006/relationships/notesSlide" Target="/ppt/notesSlides/notesSlide19.xml" Id="R279c853a9ae14e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dab544cca4782" /><Relationship Type="http://schemas.openxmlformats.org/officeDocument/2006/relationships/image" Target="/ppt/media/image2.png" Id="Rbf9c121da99b4df0" /><Relationship Type="http://schemas.openxmlformats.org/officeDocument/2006/relationships/notesSlide" Target="/ppt/notesSlides/notesSlide20.xml" Id="R49f14c8aaac84fa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3d936e09a0461b" /><Relationship Type="http://schemas.openxmlformats.org/officeDocument/2006/relationships/image" Target="/ppt/media/image.png" Id="R1854f78c90e74885" /><Relationship Type="http://schemas.openxmlformats.org/officeDocument/2006/relationships/image" Target="/ppt/media/image2.png" Id="Rdbe7f7ba67dc4955" /><Relationship Type="http://schemas.openxmlformats.org/officeDocument/2006/relationships/notesSlide" Target="/ppt/notesSlides/notesSlide21.xml" Id="R953dff699db942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2925a0d3d43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449b24cd24f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Sampling Survey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Bertho Tantular,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Sampling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Survey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663c82fba4b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Sampling Survey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84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Mata kuliah ini membangun penguasaan sampling survey melalui teori, praktik komputasi, studi kasus, dan komunikasi ilmiah.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sampling survey dan identitas mata kuliah dan…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bab 6. sampling klaster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Survei sosial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Pasar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Lingkungan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Kebijakan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1a49479434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sampling survey dan identitas mata kuliah dan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bab 6. sampling klaster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a25cca46e4c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Identitas Mata, Bab 1. Konsep, Bab 2. Distribusi, Bab 3. Simple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4. Sampling, Bab 5. Sampling, Bab 6. Sampling, Bab 7. Multistage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8. Penaksir, Bab 9. Analisis, Bab 10. Penanganan, Bab 11. Double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12. Sampling, Bab 13. PPS, Bab 14., Minggu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cb3b1faf24e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Sampling Survey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400a6926d4f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460b573624c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Identitas Mata, Bab 1. Konsep, Bab 2. Distribusi, Bab 3. Simple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Identitas Mata Kuliah dan Arah…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1. Konsep Dasar Sampling…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Bab 2. Distribusi Sampling…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Identitas Mata Kuliah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1. Konsep Dasar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2. Distribusi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3. Simple Random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Bab 4. Sampling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83304e4a7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Bab 2. Distribusi, Bab 3. Simple, Bab 4. Sampling, Bab 5. Sampling, Bab 6. Sampling, Bab 7.…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2.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bagian ini, fokus pembelajaran adalah…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3. Simple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bagian ini, fokus pembelajaran adalah…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620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4. Sampling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bagian ini, fokus pembelajaran adalah…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620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5. Sampling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bagian ini, fokus pembelajaran adalah…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620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6. Sampling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bagian ini, fokus pembelajaran adalah…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7.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Pada bagian ini, fokus pembelajaran adalah…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SE(θ̂)=(θ̂), CI_95\%:\ θ̂ 1.96\,SE(θ̂).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̄_st=Σ_h=1^HW_hȳ_h, …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df59926f846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k=(N)/(n), s=,r+k,r+2k,,r+(n-1)k\.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4. Sampling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Pada bagian ini…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5. Sampling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Pada bagian ini…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6. Sampling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Pada bagian ini…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7. Multistage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Pada bagian ini…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8. Penaksir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Pada bagian ini…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5678a115942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_i=_1i_2i|1·s_Ki|1,,K-1, w_i=(1)/(_i).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92f235a314d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29dbdb0444b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3ad9d3e8f46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Bab 8. Penaksir, Bab 9. Analisis, Bab 10. Penanganan, Bab 11. Double, Bab 12. Sampling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753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Ŷ_R=X_Ū_sx̄_s, Ŷ_reg=Ŷ_HT+B̂(X_U-X̂_HT).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73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w_i^adj=w_i Σ_j C_hw_jΣ_j R_hw_j, R_h C_h.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MSE(θ̂)=Var(θ̂)+Bias(θ̂)^2.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8. Penaksir Rasio, Difference,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9. Analisis Data Complex Survey…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10. Penanganan Non-response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11. Double Sampling atau Two-Phase…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12. Sampling Error, Nonsampling…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484fd64f94b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a4b7987694a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9. Analisis Data Complex Survey…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10. Penanganan Non-response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11. Double Sampling atau Two-Phase…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12. Sampling Error, Nonsampling…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13. PPS Systematic Sampling dan…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14. Non-Probability Sampling dan…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27f7882fc4e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2eca571b14a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9906a22884d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Bab 10. Penanganan Non-response…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11. Double Sampling atau…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12. Sampling Error…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13. PPS Systematic Sampling…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14. Non-Probability Sampling…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Minggu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40d39f11a48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Identitas Mata Kuliah dan…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Bab 1. Konsep Dasar…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Bab 4. Sampling…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Bab 7. Multistage…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Bab 9. Analisis Data…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Bab 14. Non-Probability…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c121da99b4d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Sampling Survey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Apa parameter…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parameter populasi yang…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Apakah kerangka…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kerangka sampel…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Siapa yang…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Siapa yang berisiko tidak…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Apa konsekuensi…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konsekuensi biaya, waktu…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peluang pemilihan…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4f78c90e748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7f7ba67dc49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Sampling Survey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Sampling Survey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2026-07-26T23:34:28.5780000Z</dcterms:created>
  <dcterms:modified xsi:type="dcterms:W3CDTF">2026-07-26T23:34:28.5780000Z</dcterms:modified>
</coreProperties>
</file>