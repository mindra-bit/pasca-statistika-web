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2d268f04944484" /><Relationship Type="http://schemas.openxmlformats.org/officeDocument/2006/relationships/extended-properties" Target="/docProps/app.xml" Id="Rea877e76be8e4d51" /><Relationship Type="http://schemas.openxmlformats.org/officeDocument/2006/relationships/officeDocument" Target="/ppt/presentation.xml" Id="Rf55fa84924ae45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abb48a3df0477c"/>
  </p:sldMasterIdLst>
  <p:notesMasterIdLst>
    <p:notesMasterId xmlns:r="http://schemas.openxmlformats.org/officeDocument/2006/relationships" r:id="R6220f404425147ab"/>
  </p:notesMasterIdLst>
  <p:sldIdLst>
    <p:sldId xmlns:r="http://schemas.openxmlformats.org/officeDocument/2006/relationships" id="256" r:id="R7d9a34f899504904"/>
    <p:sldId xmlns:r="http://schemas.openxmlformats.org/officeDocument/2006/relationships" id="257" r:id="Rd8aca0d866364e14"/>
    <p:sldId xmlns:r="http://schemas.openxmlformats.org/officeDocument/2006/relationships" id="258" r:id="R462354d9627e4c72"/>
    <p:sldId xmlns:r="http://schemas.openxmlformats.org/officeDocument/2006/relationships" id="259" r:id="R11a3c1d5696b4640"/>
    <p:sldId xmlns:r="http://schemas.openxmlformats.org/officeDocument/2006/relationships" id="260" r:id="Re092de0179824fec"/>
    <p:sldId xmlns:r="http://schemas.openxmlformats.org/officeDocument/2006/relationships" id="261" r:id="Ra41f29d7a5714543"/>
    <p:sldId xmlns:r="http://schemas.openxmlformats.org/officeDocument/2006/relationships" id="262" r:id="R762a64d753634658"/>
    <p:sldId xmlns:r="http://schemas.openxmlformats.org/officeDocument/2006/relationships" id="263" r:id="R377cd1f0fbb34e82"/>
    <p:sldId xmlns:r="http://schemas.openxmlformats.org/officeDocument/2006/relationships" id="264" r:id="R694271dc6635497a"/>
    <p:sldId xmlns:r="http://schemas.openxmlformats.org/officeDocument/2006/relationships" id="265" r:id="R3641094945be4da6"/>
    <p:sldId xmlns:r="http://schemas.openxmlformats.org/officeDocument/2006/relationships" id="266" r:id="Rfffaada0f4454922"/>
    <p:sldId xmlns:r="http://schemas.openxmlformats.org/officeDocument/2006/relationships" id="267" r:id="Raf562a0c1b1b4086"/>
    <p:sldId xmlns:r="http://schemas.openxmlformats.org/officeDocument/2006/relationships" id="268" r:id="R5732177dbdf742ef"/>
    <p:sldId xmlns:r="http://schemas.openxmlformats.org/officeDocument/2006/relationships" id="269" r:id="Rbf0025adec2d4571"/>
    <p:sldId xmlns:r="http://schemas.openxmlformats.org/officeDocument/2006/relationships" id="270" r:id="R59ee121fd6e54ae9"/>
    <p:sldId xmlns:r="http://schemas.openxmlformats.org/officeDocument/2006/relationships" id="271" r:id="R8f1e6ef02d904f20"/>
    <p:sldId xmlns:r="http://schemas.openxmlformats.org/officeDocument/2006/relationships" id="272" r:id="R33deee716b834f72"/>
    <p:sldId xmlns:r="http://schemas.openxmlformats.org/officeDocument/2006/relationships" id="273" r:id="Rd0a1eb3fe9dd415d"/>
    <p:sldId xmlns:r="http://schemas.openxmlformats.org/officeDocument/2006/relationships" id="274" r:id="R5affe2a150e24cd4"/>
    <p:sldId xmlns:r="http://schemas.openxmlformats.org/officeDocument/2006/relationships" id="275" r:id="R2793f95494064e14"/>
    <p:sldId xmlns:r="http://schemas.openxmlformats.org/officeDocument/2006/relationships" id="276" r:id="Rccf222ed53de487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5b600cb5ed4c67" /><Relationship Type="http://schemas.openxmlformats.org/officeDocument/2006/relationships/slideMaster" Target="/ppt/slideMasters/slideMaster1.xml" Id="R60abb48a3df0477c" /><Relationship Type="http://schemas.openxmlformats.org/officeDocument/2006/relationships/notesMaster" Target="/ppt/notesMasters/notesMaster1.xml" Id="R6220f404425147ab" /><Relationship Type="http://schemas.openxmlformats.org/officeDocument/2006/relationships/presProps" Target="/ppt/presProps.xml" Id="Rf329a066706d4baa" /><Relationship Type="http://schemas.openxmlformats.org/officeDocument/2006/relationships/tableStyles" Target="/ppt/tableStyles.xml" Id="Ra66c3fb8980c46bc" /><Relationship Type="http://schemas.openxmlformats.org/officeDocument/2006/relationships/slide" Target="/ppt/slides/slide1.xml" Id="R7d9a34f899504904" /><Relationship Type="http://schemas.openxmlformats.org/officeDocument/2006/relationships/slide" Target="/ppt/slides/slide2.xml" Id="Rd8aca0d866364e14" /><Relationship Type="http://schemas.openxmlformats.org/officeDocument/2006/relationships/slide" Target="/ppt/slides/slide3.xml" Id="R462354d9627e4c72" /><Relationship Type="http://schemas.openxmlformats.org/officeDocument/2006/relationships/slide" Target="/ppt/slides/slide4.xml" Id="R11a3c1d5696b4640" /><Relationship Type="http://schemas.openxmlformats.org/officeDocument/2006/relationships/slide" Target="/ppt/slides/slide5.xml" Id="Re092de0179824fec" /><Relationship Type="http://schemas.openxmlformats.org/officeDocument/2006/relationships/slide" Target="/ppt/slides/slide6.xml" Id="Ra41f29d7a5714543" /><Relationship Type="http://schemas.openxmlformats.org/officeDocument/2006/relationships/slide" Target="/ppt/slides/slide7.xml" Id="R762a64d753634658" /><Relationship Type="http://schemas.openxmlformats.org/officeDocument/2006/relationships/slide" Target="/ppt/slides/slide8.xml" Id="R377cd1f0fbb34e82" /><Relationship Type="http://schemas.openxmlformats.org/officeDocument/2006/relationships/slide" Target="/ppt/slides/slide9.xml" Id="R694271dc6635497a" /><Relationship Type="http://schemas.openxmlformats.org/officeDocument/2006/relationships/slide" Target="/ppt/slides/slide10.xml" Id="R3641094945be4da6" /><Relationship Type="http://schemas.openxmlformats.org/officeDocument/2006/relationships/slide" Target="/ppt/slides/slide11.xml" Id="Rfffaada0f4454922" /><Relationship Type="http://schemas.openxmlformats.org/officeDocument/2006/relationships/slide" Target="/ppt/slides/slide12.xml" Id="Raf562a0c1b1b4086" /><Relationship Type="http://schemas.openxmlformats.org/officeDocument/2006/relationships/slide" Target="/ppt/slides/slide13.xml" Id="R5732177dbdf742ef" /><Relationship Type="http://schemas.openxmlformats.org/officeDocument/2006/relationships/slide" Target="/ppt/slides/slide14.xml" Id="Rbf0025adec2d4571" /><Relationship Type="http://schemas.openxmlformats.org/officeDocument/2006/relationships/slide" Target="/ppt/slides/slide15.xml" Id="R59ee121fd6e54ae9" /><Relationship Type="http://schemas.openxmlformats.org/officeDocument/2006/relationships/slide" Target="/ppt/slides/slide16.xml" Id="R8f1e6ef02d904f20" /><Relationship Type="http://schemas.openxmlformats.org/officeDocument/2006/relationships/slide" Target="/ppt/slides/slide17.xml" Id="R33deee716b834f72" /><Relationship Type="http://schemas.openxmlformats.org/officeDocument/2006/relationships/slide" Target="/ppt/slides/slide18.xml" Id="Rd0a1eb3fe9dd415d" /><Relationship Type="http://schemas.openxmlformats.org/officeDocument/2006/relationships/slide" Target="/ppt/slides/slide19.xml" Id="R5affe2a150e24cd4" /><Relationship Type="http://schemas.openxmlformats.org/officeDocument/2006/relationships/slide" Target="/ppt/slides/slide20.xml" Id="R2793f95494064e14" /><Relationship Type="http://schemas.openxmlformats.org/officeDocument/2006/relationships/slide" Target="/ppt/slides/slide21.xml" Id="Rccf222ed53de48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f5c1d69cfe64e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c303241c4e4542" /><Relationship Type="http://schemas.openxmlformats.org/officeDocument/2006/relationships/notesMaster" Target="/ppt/notesMasters/notesMaster1.xml" Id="Rdb551038a4784f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7798cecf574738" /><Relationship Type="http://schemas.openxmlformats.org/officeDocument/2006/relationships/notesMaster" Target="/ppt/notesMasters/notesMaster1.xml" Id="R51fcc332c9d645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d1b800bc8a431f" /><Relationship Type="http://schemas.openxmlformats.org/officeDocument/2006/relationships/notesMaster" Target="/ppt/notesMasters/notesMaster1.xml" Id="R9e80fa14328847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d97525f88f4ddb" /><Relationship Type="http://schemas.openxmlformats.org/officeDocument/2006/relationships/notesMaster" Target="/ppt/notesMasters/notesMaster1.xml" Id="R8d7878d2fa4c46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011595d31747ff" /><Relationship Type="http://schemas.openxmlformats.org/officeDocument/2006/relationships/notesMaster" Target="/ppt/notesMasters/notesMaster1.xml" Id="Rdba4527fe1c24f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8442406d5d49fe" /><Relationship Type="http://schemas.openxmlformats.org/officeDocument/2006/relationships/notesMaster" Target="/ppt/notesMasters/notesMaster1.xml" Id="R7f1d03977ff64d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a898ab6f984ae0" /><Relationship Type="http://schemas.openxmlformats.org/officeDocument/2006/relationships/notesMaster" Target="/ppt/notesMasters/notesMaster1.xml" Id="R41f48dae1f25406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fbff73b9cad4704" /><Relationship Type="http://schemas.openxmlformats.org/officeDocument/2006/relationships/notesMaster" Target="/ppt/notesMasters/notesMaster1.xml" Id="Rfde3933a823e438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a1fa06cef824893" /><Relationship Type="http://schemas.openxmlformats.org/officeDocument/2006/relationships/notesMaster" Target="/ppt/notesMasters/notesMaster1.xml" Id="Reae247f21227468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b4ea2dca59b4e75" /><Relationship Type="http://schemas.openxmlformats.org/officeDocument/2006/relationships/notesMaster" Target="/ppt/notesMasters/notesMaster1.xml" Id="R4ffbcecf88844d1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49b52383594dfc" /><Relationship Type="http://schemas.openxmlformats.org/officeDocument/2006/relationships/notesMaster" Target="/ppt/notesMasters/notesMaster1.xml" Id="R83102f22d6eb4cd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5f60824404749bf" /><Relationship Type="http://schemas.openxmlformats.org/officeDocument/2006/relationships/notesMaster" Target="/ppt/notesMasters/notesMaster1.xml" Id="Rd30b26a8a5414c0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5ab1bc5a7e34e36" /><Relationship Type="http://schemas.openxmlformats.org/officeDocument/2006/relationships/notesMaster" Target="/ppt/notesMasters/notesMaster1.xml" Id="Rb26fd4b3bb174b1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aa7b19435604c23" /><Relationship Type="http://schemas.openxmlformats.org/officeDocument/2006/relationships/notesMaster" Target="/ppt/notesMasters/notesMaster1.xml" Id="R6e311db1f3f4453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644eb421bb84729" /><Relationship Type="http://schemas.openxmlformats.org/officeDocument/2006/relationships/notesMaster" Target="/ppt/notesMasters/notesMaster1.xml" Id="R73d2f705f7734d1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b590cdbc99f4b15" /><Relationship Type="http://schemas.openxmlformats.org/officeDocument/2006/relationships/notesMaster" Target="/ppt/notesMasters/notesMaster1.xml" Id="R5a828448c4f444a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54c1879a0ec48ee" /><Relationship Type="http://schemas.openxmlformats.org/officeDocument/2006/relationships/notesMaster" Target="/ppt/notesMasters/notesMaster1.xml" Id="R2c62c0fe0c764cc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bcfba8cfe634089" /><Relationship Type="http://schemas.openxmlformats.org/officeDocument/2006/relationships/notesMaster" Target="/ppt/notesMasters/notesMaster1.xml" Id="Rde03cc7fea04446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9f4b4729f99471e" /><Relationship Type="http://schemas.openxmlformats.org/officeDocument/2006/relationships/notesMaster" Target="/ppt/notesMasters/notesMaster1.xml" Id="Rc62c8e9326c3479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29ae798b7774a4a" /><Relationship Type="http://schemas.openxmlformats.org/officeDocument/2006/relationships/notesMaster" Target="/ppt/notesMasters/notesMaster1.xml" Id="R169d642d10ee46f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e090e8659d042dd" /><Relationship Type="http://schemas.openxmlformats.org/officeDocument/2006/relationships/notesMaster" Target="/ppt/notesMasters/notesMaster1.xml" Id="R93bed6cf29ca4b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3c2751033441e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8d6eb54ae0478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a6d671c9eb94c90" /><Relationship Type="http://schemas.openxmlformats.org/officeDocument/2006/relationships/slideLayout" Target="/ppt/slideLayouts/slideLayout1.xml" Id="Rd1587a33ed884d26" /><Relationship Type="http://schemas.openxmlformats.org/officeDocument/2006/relationships/slideLayout" Target="/ppt/slideLayouts/slideLayout2.xml" Id="R83acba00911d40c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587a33ed884d26"/>
    <p:sldLayoutId xmlns:r="http://schemas.openxmlformats.org/officeDocument/2006/relationships" id="2147483650" r:id="R83acba00911d40ce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fecdf067c44dad" /><Relationship Type="http://schemas.openxmlformats.org/officeDocument/2006/relationships/image" Target="/ppt/media/image.png" Id="R6752f33d2208443c" /><Relationship Type="http://schemas.openxmlformats.org/officeDocument/2006/relationships/image" Target="/ppt/media/image2.png" Id="Rf7101f5264614901" /><Relationship Type="http://schemas.openxmlformats.org/officeDocument/2006/relationships/notesSlide" Target="/ppt/notesSlides/notesSlide1.xml" Id="R8993c19539a04b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41a4a12855494a" /><Relationship Type="http://schemas.openxmlformats.org/officeDocument/2006/relationships/image" Target="/ppt/media/image2.png" Id="R5e8d9db1adc0421f" /><Relationship Type="http://schemas.openxmlformats.org/officeDocument/2006/relationships/notesSlide" Target="/ppt/notesSlides/notesSlide2.xml" Id="R3bd4abe9accd43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ac0cbc6adf4c15" /><Relationship Type="http://schemas.openxmlformats.org/officeDocument/2006/relationships/image" Target="/ppt/media/image2.png" Id="Rd86efca3b1294fff" /><Relationship Type="http://schemas.openxmlformats.org/officeDocument/2006/relationships/notesSlide" Target="/ppt/notesSlides/notesSlide3.xml" Id="Raf5edfe91b224c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bbed624d984255" /><Relationship Type="http://schemas.openxmlformats.org/officeDocument/2006/relationships/image" Target="/ppt/media/image2.png" Id="R4c2c26f48f384eeb" /><Relationship Type="http://schemas.openxmlformats.org/officeDocument/2006/relationships/notesSlide" Target="/ppt/notesSlides/notesSlide4.xml" Id="R0f3c9e17e0f348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56c5c2d42740e7" /><Relationship Type="http://schemas.openxmlformats.org/officeDocument/2006/relationships/image" Target="/ppt/media/image2.png" Id="R541df8e9df984379" /><Relationship Type="http://schemas.openxmlformats.org/officeDocument/2006/relationships/notesSlide" Target="/ppt/notesSlides/notesSlide5.xml" Id="R7db5e8deb7454f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4e1042ad53400b" /><Relationship Type="http://schemas.openxmlformats.org/officeDocument/2006/relationships/image" Target="/ppt/media/image2.png" Id="R251ccba8c5a84e59" /><Relationship Type="http://schemas.openxmlformats.org/officeDocument/2006/relationships/notesSlide" Target="/ppt/notesSlides/notesSlide6.xml" Id="R59040033307f4a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c781d25caf4c4d" /><Relationship Type="http://schemas.openxmlformats.org/officeDocument/2006/relationships/image" Target="/ppt/media/image2.png" Id="R0c5e0294698b47f2" /><Relationship Type="http://schemas.openxmlformats.org/officeDocument/2006/relationships/notesSlide" Target="/ppt/notesSlides/notesSlide7.xml" Id="R11737aa206ca4a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22c0554422415f" /><Relationship Type="http://schemas.openxmlformats.org/officeDocument/2006/relationships/image" Target="/ppt/media/image2.png" Id="R69c2e12516114e45" /><Relationship Type="http://schemas.openxmlformats.org/officeDocument/2006/relationships/notesSlide" Target="/ppt/notesSlides/notesSlide8.xml" Id="R0328a5ee44f54d3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f6bfd65b134f54" /><Relationship Type="http://schemas.openxmlformats.org/officeDocument/2006/relationships/image" Target="/ppt/media/image2.png" Id="Rb8ca035e346546bd" /><Relationship Type="http://schemas.openxmlformats.org/officeDocument/2006/relationships/notesSlide" Target="/ppt/notesSlides/notesSlide9.xml" Id="R4b4e2f55a27d4e1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9c6d74b24a42e3" /><Relationship Type="http://schemas.openxmlformats.org/officeDocument/2006/relationships/image" Target="/ppt/media/image2.png" Id="Rf5c9fee2f7cd4656" /><Relationship Type="http://schemas.openxmlformats.org/officeDocument/2006/relationships/notesSlide" Target="/ppt/notesSlides/notesSlide10.xml" Id="Rc02cbfecf669427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eb679b1ab84cfc" /><Relationship Type="http://schemas.openxmlformats.org/officeDocument/2006/relationships/image" Target="/ppt/media/image2.png" Id="Rf9276f5df0764d70" /><Relationship Type="http://schemas.openxmlformats.org/officeDocument/2006/relationships/notesSlide" Target="/ppt/notesSlides/notesSlide11.xml" Id="Rfebe26b024da4e7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c4ae5f814b453b" /><Relationship Type="http://schemas.openxmlformats.org/officeDocument/2006/relationships/image" Target="/ppt/media/image2.png" Id="R6c0d91cfe00748fb" /><Relationship Type="http://schemas.openxmlformats.org/officeDocument/2006/relationships/notesSlide" Target="/ppt/notesSlides/notesSlide12.xml" Id="R50b5ea67ce47406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198b2bf0104e25" /><Relationship Type="http://schemas.openxmlformats.org/officeDocument/2006/relationships/image" Target="/ppt/media/image2.png" Id="R031a4aa3fe01411f" /><Relationship Type="http://schemas.openxmlformats.org/officeDocument/2006/relationships/notesSlide" Target="/ppt/notesSlides/notesSlide13.xml" Id="R494808d2f2b241c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caef743ba4478f" /><Relationship Type="http://schemas.openxmlformats.org/officeDocument/2006/relationships/image" Target="/ppt/media/image2.png" Id="Rb96f3d6844634a1a" /><Relationship Type="http://schemas.openxmlformats.org/officeDocument/2006/relationships/notesSlide" Target="/ppt/notesSlides/notesSlide14.xml" Id="Re26796b9ffdf457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0de96a16a144de" /><Relationship Type="http://schemas.openxmlformats.org/officeDocument/2006/relationships/image" Target="/ppt/media/image2.png" Id="R92247a735bc0454b" /><Relationship Type="http://schemas.openxmlformats.org/officeDocument/2006/relationships/notesSlide" Target="/ppt/notesSlides/notesSlide15.xml" Id="Rf12808cb67364a8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ce81106ecb4168" /><Relationship Type="http://schemas.openxmlformats.org/officeDocument/2006/relationships/image" Target="/ppt/media/image2.png" Id="R2ffbe8a490a3429b" /><Relationship Type="http://schemas.openxmlformats.org/officeDocument/2006/relationships/notesSlide" Target="/ppt/notesSlides/notesSlide16.xml" Id="Rf1abf9dbf9a145b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9298d661104108" /><Relationship Type="http://schemas.openxmlformats.org/officeDocument/2006/relationships/image" Target="/ppt/media/image2.png" Id="Ra21692d39525478b" /><Relationship Type="http://schemas.openxmlformats.org/officeDocument/2006/relationships/notesSlide" Target="/ppt/notesSlides/notesSlide17.xml" Id="Rd43efd945ccd422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4a82fe5bf84433" /><Relationship Type="http://schemas.openxmlformats.org/officeDocument/2006/relationships/image" Target="/ppt/media/image2.png" Id="R17d2e92c30624c10" /><Relationship Type="http://schemas.openxmlformats.org/officeDocument/2006/relationships/notesSlide" Target="/ppt/notesSlides/notesSlide18.xml" Id="R0a5089ce930f4e1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cf79f23ae249a6" /><Relationship Type="http://schemas.openxmlformats.org/officeDocument/2006/relationships/image" Target="/ppt/media/image2.png" Id="R3d97930ce8674cbe" /><Relationship Type="http://schemas.openxmlformats.org/officeDocument/2006/relationships/notesSlide" Target="/ppt/notesSlides/notesSlide19.xml" Id="R55e0486eb8dd4bd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398f8ce29a4865" /><Relationship Type="http://schemas.openxmlformats.org/officeDocument/2006/relationships/image" Target="/ppt/media/image2.png" Id="Rfd17af2c8500414c" /><Relationship Type="http://schemas.openxmlformats.org/officeDocument/2006/relationships/notesSlide" Target="/ppt/notesSlides/notesSlide20.xml" Id="R37ffcfd3c755498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3ffbef33ee420c" /><Relationship Type="http://schemas.openxmlformats.org/officeDocument/2006/relationships/image" Target="/ppt/media/image.png" Id="Rbb4d1ba62c164569" /><Relationship Type="http://schemas.openxmlformats.org/officeDocument/2006/relationships/image" Target="/ppt/media/image2.png" Id="Rd2fbd7335dba4e6f" /><Relationship Type="http://schemas.openxmlformats.org/officeDocument/2006/relationships/notesSlide" Target="/ppt/notesSlides/notesSlide21.xml" Id="R70fe9952dcb6459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2f33d220844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101f52646149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Analisis Spasial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I Gede Nyoman Mindra Jaya, Ph.D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Spasial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Terapan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8d9db1adc042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Analisis Spasial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394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Secara pedagogis, materi ini dirancang untuk membimbing mahasiswa dari pertanyaan paling dasar, yaitu mengapa lokasi penting dalam analisis statistik , menuju pertanyaan…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analisis spasial dan pertemuan 1 secara kritis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pertemuan 7 pada data dan persoalan terapan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Lingkungan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Wilayah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Transportasi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Ekonomi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Kebencanaan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efca3b1294f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analisis spasial dan pertemuan 1 secara kritis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pertemuan 7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2c26f48f384e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Pertemuan 1, Pertemuan 2, Pertemuan 3, Pertemuan 4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Pertemuan 5, Pertemuan 6, Pertemuan 7, Pertemuan 8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Pertemuan 9, Pertemuan 10, Pertemuan 11, Pertemuan 12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Pertemuan 13, Pertemuan 14, Pertemuan 15, Pertemuan 16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df8e9df9843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Analisis Spasial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1ccba8c5a84e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e0294698b47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Pertemuan 1, Pertemuan 2, Pertemuan 3, Pertemuan 4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Pertemuan 1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Pertemuan 2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Pertemuan 3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Pertemuan 1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Pertemuan 2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Pertemuan 3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Pertemuan 4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Pertemuan 5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c2e12516114e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Pertemuan 3, Pertemuan 4, Pertemuan 5, Pertemuan 6, Pertemuan 7, Pertemuan 8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Pertemuan 3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Mahasiswa membuat matriks ketetanggaan…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Pertemuan 4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885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Mahasiswa membuat peta choropleth dengan…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Pertemuan 5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Mahasiswa membuat Moran scatterplot dan…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Pertemuan 6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Mahasiswa melakukan audit data spasial…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Pertemuan 7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Mahasiswa membangun model OLS sebagai…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Pertemuan 8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Mahasiswa menerapkan Spatial Lag Model dan…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Pertemuan 4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Pertemuan 7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ca035e346546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Pertemuan 6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Pertemuan 5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Mahasiswa membuat…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Pertemuan 6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Mahasiswa…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Pertemuan 7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Mahasiswa…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Pertemuan 8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Mahasiswa…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Pertemuan 9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Mahasiswa…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c9fee2f7cd46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Data → model → validasi → interpretasi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276f5df0764d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0d91cfe00748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1a4aa3fe0141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Pertemuan 9, Pertemuan 10, Pertemuan 11, Pertemuan 12, Pertemuan 13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Pertemuan 9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Pertemuan 11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Pertemuan 13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Pertemuan 9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Pertemuan 10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Pertemuan 11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Pertemuan 12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Pertemuan 13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6f3d684463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247a735bc045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Pertemuan 10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Pertemuan 11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Pertemuan 12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Pertemuan 13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Pertemuan 14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Pertemuan 15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be8a490a342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1692d3952547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d2e92c30624c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Pertemuan 11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Pertemuan 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Pertemuan 13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Pertemuan 14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Pertemuan 15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Pertemuan 16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97930ce8674c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Pertemuan 1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Pertemuan 2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Pertemuan 5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Pertemuan 8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Pertemuan 10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Pertemuan 15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17af2c850041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Spasial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Asumsi apa yang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 krusial…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Bagaimana…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memilih antara…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Kapan hasil…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Kapan hasil model dianggap…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Bagaimana…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mendeteksi bias…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Bagaimana…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menyampaikan…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4d1ba62c1645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fbd7335dba4e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Analisis Spasial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Analisis Spasial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2026-06-22T07:44:45.9680000Z</dcterms:created>
  <dcterms:modified xsi:type="dcterms:W3CDTF">2026-06-22T07:44:45.9680000Z</dcterms:modified>
</coreProperties>
</file>