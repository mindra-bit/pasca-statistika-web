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80d1434ff24509" /><Relationship Type="http://schemas.openxmlformats.org/officeDocument/2006/relationships/extended-properties" Target="/docProps/app.xml" Id="Re9eafb05d588496c" /><Relationship Type="http://schemas.openxmlformats.org/officeDocument/2006/relationships/officeDocument" Target="/ppt/presentation.xml" Id="Rf78ebd3c1ac842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14a9663a24773"/>
  </p:sldMasterIdLst>
  <p:notesMasterIdLst>
    <p:notesMasterId xmlns:r="http://schemas.openxmlformats.org/officeDocument/2006/relationships" r:id="R5871372358b545af"/>
  </p:notesMasterIdLst>
  <p:sldIdLst>
    <p:sldId xmlns:r="http://schemas.openxmlformats.org/officeDocument/2006/relationships" id="256" r:id="R6fa1092cd31e41f5"/>
    <p:sldId xmlns:r="http://schemas.openxmlformats.org/officeDocument/2006/relationships" id="257" r:id="R6f2a1d24346a4f8b"/>
    <p:sldId xmlns:r="http://schemas.openxmlformats.org/officeDocument/2006/relationships" id="258" r:id="Rfa8d578923a04bfe"/>
    <p:sldId xmlns:r="http://schemas.openxmlformats.org/officeDocument/2006/relationships" id="259" r:id="R56069ecb3326470a"/>
    <p:sldId xmlns:r="http://schemas.openxmlformats.org/officeDocument/2006/relationships" id="260" r:id="Rb323f8b3beae4329"/>
    <p:sldId xmlns:r="http://schemas.openxmlformats.org/officeDocument/2006/relationships" id="261" r:id="R5d90c3ec4cb741bd"/>
    <p:sldId xmlns:r="http://schemas.openxmlformats.org/officeDocument/2006/relationships" id="262" r:id="Rc80ba1f416a2448e"/>
    <p:sldId xmlns:r="http://schemas.openxmlformats.org/officeDocument/2006/relationships" id="263" r:id="R9e85a2b2a3e742a6"/>
    <p:sldId xmlns:r="http://schemas.openxmlformats.org/officeDocument/2006/relationships" id="264" r:id="Rbe978ed20fe746c3"/>
    <p:sldId xmlns:r="http://schemas.openxmlformats.org/officeDocument/2006/relationships" id="265" r:id="R30b473b8ce05440b"/>
    <p:sldId xmlns:r="http://schemas.openxmlformats.org/officeDocument/2006/relationships" id="266" r:id="R15e634f37ccb4e6c"/>
    <p:sldId xmlns:r="http://schemas.openxmlformats.org/officeDocument/2006/relationships" id="267" r:id="R3d6da0e8c69e4a83"/>
    <p:sldId xmlns:r="http://schemas.openxmlformats.org/officeDocument/2006/relationships" id="268" r:id="R43b96e8aeb214fab"/>
    <p:sldId xmlns:r="http://schemas.openxmlformats.org/officeDocument/2006/relationships" id="269" r:id="Ra75d2e9ab0d6459a"/>
    <p:sldId xmlns:r="http://schemas.openxmlformats.org/officeDocument/2006/relationships" id="270" r:id="R600f17bf104f49be"/>
    <p:sldId xmlns:r="http://schemas.openxmlformats.org/officeDocument/2006/relationships" id="271" r:id="R1bab985832e14676"/>
    <p:sldId xmlns:r="http://schemas.openxmlformats.org/officeDocument/2006/relationships" id="272" r:id="Rf9c01666cb6f4558"/>
    <p:sldId xmlns:r="http://schemas.openxmlformats.org/officeDocument/2006/relationships" id="273" r:id="Rbf6c31fc0a094e0e"/>
    <p:sldId xmlns:r="http://schemas.openxmlformats.org/officeDocument/2006/relationships" id="274" r:id="R9555baa919ba48a5"/>
    <p:sldId xmlns:r="http://schemas.openxmlformats.org/officeDocument/2006/relationships" id="275" r:id="R43e2f5984c704dc2"/>
    <p:sldId xmlns:r="http://schemas.openxmlformats.org/officeDocument/2006/relationships" id="276" r:id="R73be0a957d2e4b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266fc1be4348a5" /><Relationship Type="http://schemas.openxmlformats.org/officeDocument/2006/relationships/slideMaster" Target="/ppt/slideMasters/slideMaster1.xml" Id="Rc7514a9663a24773" /><Relationship Type="http://schemas.openxmlformats.org/officeDocument/2006/relationships/notesMaster" Target="/ppt/notesMasters/notesMaster1.xml" Id="R5871372358b545af" /><Relationship Type="http://schemas.openxmlformats.org/officeDocument/2006/relationships/presProps" Target="/ppt/presProps.xml" Id="Rba9175f4a5374f4b" /><Relationship Type="http://schemas.openxmlformats.org/officeDocument/2006/relationships/tableStyles" Target="/ppt/tableStyles.xml" Id="R5eca89de52b74822" /><Relationship Type="http://schemas.openxmlformats.org/officeDocument/2006/relationships/slide" Target="/ppt/slides/slide1.xml" Id="R6fa1092cd31e41f5" /><Relationship Type="http://schemas.openxmlformats.org/officeDocument/2006/relationships/slide" Target="/ppt/slides/slide2.xml" Id="R6f2a1d24346a4f8b" /><Relationship Type="http://schemas.openxmlformats.org/officeDocument/2006/relationships/slide" Target="/ppt/slides/slide3.xml" Id="Rfa8d578923a04bfe" /><Relationship Type="http://schemas.openxmlformats.org/officeDocument/2006/relationships/slide" Target="/ppt/slides/slide4.xml" Id="R56069ecb3326470a" /><Relationship Type="http://schemas.openxmlformats.org/officeDocument/2006/relationships/slide" Target="/ppt/slides/slide5.xml" Id="Rb323f8b3beae4329" /><Relationship Type="http://schemas.openxmlformats.org/officeDocument/2006/relationships/slide" Target="/ppt/slides/slide6.xml" Id="R5d90c3ec4cb741bd" /><Relationship Type="http://schemas.openxmlformats.org/officeDocument/2006/relationships/slide" Target="/ppt/slides/slide7.xml" Id="Rc80ba1f416a2448e" /><Relationship Type="http://schemas.openxmlformats.org/officeDocument/2006/relationships/slide" Target="/ppt/slides/slide8.xml" Id="R9e85a2b2a3e742a6" /><Relationship Type="http://schemas.openxmlformats.org/officeDocument/2006/relationships/slide" Target="/ppt/slides/slide9.xml" Id="Rbe978ed20fe746c3" /><Relationship Type="http://schemas.openxmlformats.org/officeDocument/2006/relationships/slide" Target="/ppt/slides/slide10.xml" Id="R30b473b8ce05440b" /><Relationship Type="http://schemas.openxmlformats.org/officeDocument/2006/relationships/slide" Target="/ppt/slides/slide11.xml" Id="R15e634f37ccb4e6c" /><Relationship Type="http://schemas.openxmlformats.org/officeDocument/2006/relationships/slide" Target="/ppt/slides/slide12.xml" Id="R3d6da0e8c69e4a83" /><Relationship Type="http://schemas.openxmlformats.org/officeDocument/2006/relationships/slide" Target="/ppt/slides/slide13.xml" Id="R43b96e8aeb214fab" /><Relationship Type="http://schemas.openxmlformats.org/officeDocument/2006/relationships/slide" Target="/ppt/slides/slide14.xml" Id="Ra75d2e9ab0d6459a" /><Relationship Type="http://schemas.openxmlformats.org/officeDocument/2006/relationships/slide" Target="/ppt/slides/slide15.xml" Id="R600f17bf104f49be" /><Relationship Type="http://schemas.openxmlformats.org/officeDocument/2006/relationships/slide" Target="/ppt/slides/slide16.xml" Id="R1bab985832e14676" /><Relationship Type="http://schemas.openxmlformats.org/officeDocument/2006/relationships/slide" Target="/ppt/slides/slide17.xml" Id="Rf9c01666cb6f4558" /><Relationship Type="http://schemas.openxmlformats.org/officeDocument/2006/relationships/slide" Target="/ppt/slides/slide18.xml" Id="Rbf6c31fc0a094e0e" /><Relationship Type="http://schemas.openxmlformats.org/officeDocument/2006/relationships/slide" Target="/ppt/slides/slide19.xml" Id="R9555baa919ba48a5" /><Relationship Type="http://schemas.openxmlformats.org/officeDocument/2006/relationships/slide" Target="/ppt/slides/slide20.xml" Id="R43e2f5984c704dc2" /><Relationship Type="http://schemas.openxmlformats.org/officeDocument/2006/relationships/slide" Target="/ppt/slides/slide21.xml" Id="R73be0a957d2e4b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8e82322be42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f0a2dca754b95" /><Relationship Type="http://schemas.openxmlformats.org/officeDocument/2006/relationships/notesMaster" Target="/ppt/notesMasters/notesMaster1.xml" Id="R321ee36da52542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981e0f308b425b" /><Relationship Type="http://schemas.openxmlformats.org/officeDocument/2006/relationships/notesMaster" Target="/ppt/notesMasters/notesMaster1.xml" Id="R65bedfa44a454d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0622bb54494ed9" /><Relationship Type="http://schemas.openxmlformats.org/officeDocument/2006/relationships/notesMaster" Target="/ppt/notesMasters/notesMaster1.xml" Id="Rcb42c56b060841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4c50512c64b90" /><Relationship Type="http://schemas.openxmlformats.org/officeDocument/2006/relationships/notesMaster" Target="/ppt/notesMasters/notesMaster1.xml" Id="Rea4a86cc5e454d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6839d6c384173" /><Relationship Type="http://schemas.openxmlformats.org/officeDocument/2006/relationships/notesMaster" Target="/ppt/notesMasters/notesMaster1.xml" Id="R19bc81fd01e442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3eff17b5544d4" /><Relationship Type="http://schemas.openxmlformats.org/officeDocument/2006/relationships/notesMaster" Target="/ppt/notesMasters/notesMaster1.xml" Id="R2f784643c1e94d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b21ff1ba9746ee" /><Relationship Type="http://schemas.openxmlformats.org/officeDocument/2006/relationships/notesMaster" Target="/ppt/notesMasters/notesMaster1.xml" Id="Rd4f33cae249f45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91e61672e541b1" /><Relationship Type="http://schemas.openxmlformats.org/officeDocument/2006/relationships/notesMaster" Target="/ppt/notesMasters/notesMaster1.xml" Id="R97411808b9ac41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197b8de1e94343" /><Relationship Type="http://schemas.openxmlformats.org/officeDocument/2006/relationships/notesMaster" Target="/ppt/notesMasters/notesMaster1.xml" Id="Ra8f90f76b0f24f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d634a0b93e4851" /><Relationship Type="http://schemas.openxmlformats.org/officeDocument/2006/relationships/notesMaster" Target="/ppt/notesMasters/notesMaster1.xml" Id="Rda4971089ef74b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7f74d90b834436" /><Relationship Type="http://schemas.openxmlformats.org/officeDocument/2006/relationships/notesMaster" Target="/ppt/notesMasters/notesMaster1.xml" Id="Re06004c3f2234d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c9ffd4e6ed4fbd" /><Relationship Type="http://schemas.openxmlformats.org/officeDocument/2006/relationships/notesMaster" Target="/ppt/notesMasters/notesMaster1.xml" Id="R15e32ff8c4cf452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a9da21ca46740c4" /><Relationship Type="http://schemas.openxmlformats.org/officeDocument/2006/relationships/notesMaster" Target="/ppt/notesMasters/notesMaster1.xml" Id="Rf06efb324f1c42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12899245f14021" /><Relationship Type="http://schemas.openxmlformats.org/officeDocument/2006/relationships/notesMaster" Target="/ppt/notesMasters/notesMaster1.xml" Id="R4d621662fc7a47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d761a1af0d4c5a" /><Relationship Type="http://schemas.openxmlformats.org/officeDocument/2006/relationships/notesMaster" Target="/ppt/notesMasters/notesMaster1.xml" Id="Ra5398c360ec849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55d8c620a94ad5" /><Relationship Type="http://schemas.openxmlformats.org/officeDocument/2006/relationships/notesMaster" Target="/ppt/notesMasters/notesMaster1.xml" Id="R0b17c0284d8446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04f2bf7f7f4894" /><Relationship Type="http://schemas.openxmlformats.org/officeDocument/2006/relationships/notesMaster" Target="/ppt/notesMasters/notesMaster1.xml" Id="Rab493ebb782e49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454dcefd114472" /><Relationship Type="http://schemas.openxmlformats.org/officeDocument/2006/relationships/notesMaster" Target="/ppt/notesMasters/notesMaster1.xml" Id="R6022f0b57bd849c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e30f34d4b4540e0" /><Relationship Type="http://schemas.openxmlformats.org/officeDocument/2006/relationships/notesMaster" Target="/ppt/notesMasters/notesMaster1.xml" Id="Rfb96f7c9ac6a4c8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c65d098afc406d" /><Relationship Type="http://schemas.openxmlformats.org/officeDocument/2006/relationships/notesMaster" Target="/ppt/notesMasters/notesMaster1.xml" Id="R23d68f6363754f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428eee9f7541d6" /><Relationship Type="http://schemas.openxmlformats.org/officeDocument/2006/relationships/notesMaster" Target="/ppt/notesMasters/notesMaster1.xml" Id="Rac3c0eb11f9c4f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0d9fc9c2f348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c745f42954f5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360908ae0248b0" /><Relationship Type="http://schemas.openxmlformats.org/officeDocument/2006/relationships/slideLayout" Target="/ppt/slideLayouts/slideLayout1.xml" Id="Rd1b2bcd6324041c5" /><Relationship Type="http://schemas.openxmlformats.org/officeDocument/2006/relationships/slideLayout" Target="/ppt/slideLayouts/slideLayout2.xml" Id="R1287933ac50946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b2bcd6324041c5"/>
    <p:sldLayoutId xmlns:r="http://schemas.openxmlformats.org/officeDocument/2006/relationships" id="2147483650" r:id="R1287933ac509462d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3b796920c48f8" /><Relationship Type="http://schemas.openxmlformats.org/officeDocument/2006/relationships/image" Target="/ppt/media/image.png" Id="R5f0603d7ffd34550" /><Relationship Type="http://schemas.openxmlformats.org/officeDocument/2006/relationships/image" Target="/ppt/media/image2.png" Id="Re6773facf9bf456b" /><Relationship Type="http://schemas.openxmlformats.org/officeDocument/2006/relationships/notesSlide" Target="/ppt/notesSlides/notesSlide1.xml" Id="R2d2270e0075f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2b501c45094979" /><Relationship Type="http://schemas.openxmlformats.org/officeDocument/2006/relationships/image" Target="/ppt/media/image2.png" Id="R2c7ebee57df44234" /><Relationship Type="http://schemas.openxmlformats.org/officeDocument/2006/relationships/notesSlide" Target="/ppt/notesSlides/notesSlide2.xml" Id="R429053550eae44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c7313e98894134" /><Relationship Type="http://schemas.openxmlformats.org/officeDocument/2006/relationships/image" Target="/ppt/media/image2.png" Id="R6600054873ac4b3e" /><Relationship Type="http://schemas.openxmlformats.org/officeDocument/2006/relationships/notesSlide" Target="/ppt/notesSlides/notesSlide3.xml" Id="R4e57dcf7618f4e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099132847b44a2" /><Relationship Type="http://schemas.openxmlformats.org/officeDocument/2006/relationships/image" Target="/ppt/media/image2.png" Id="Rb3c2e890c96f4de1" /><Relationship Type="http://schemas.openxmlformats.org/officeDocument/2006/relationships/notesSlide" Target="/ppt/notesSlides/notesSlide4.xml" Id="R352db438e05841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695e00cf6a4d0e" /><Relationship Type="http://schemas.openxmlformats.org/officeDocument/2006/relationships/image" Target="/ppt/media/image2.png" Id="R1dc09cde32fd47ae" /><Relationship Type="http://schemas.openxmlformats.org/officeDocument/2006/relationships/notesSlide" Target="/ppt/notesSlides/notesSlide5.xml" Id="R1334b7c7f052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da25745a844c3" /><Relationship Type="http://schemas.openxmlformats.org/officeDocument/2006/relationships/image" Target="/ppt/media/image2.png" Id="R34f29b135e8c4171" /><Relationship Type="http://schemas.openxmlformats.org/officeDocument/2006/relationships/notesSlide" Target="/ppt/notesSlides/notesSlide6.xml" Id="Rbc2195eb3aff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81f7d1b74548bc" /><Relationship Type="http://schemas.openxmlformats.org/officeDocument/2006/relationships/image" Target="/ppt/media/image2.png" Id="Rb32da9f56f744bd6" /><Relationship Type="http://schemas.openxmlformats.org/officeDocument/2006/relationships/notesSlide" Target="/ppt/notesSlides/notesSlide7.xml" Id="R081abd65ca924a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7b6854c98941c8" /><Relationship Type="http://schemas.openxmlformats.org/officeDocument/2006/relationships/image" Target="/ppt/media/image2.png" Id="Ra8f04ee702744147" /><Relationship Type="http://schemas.openxmlformats.org/officeDocument/2006/relationships/notesSlide" Target="/ppt/notesSlides/notesSlide8.xml" Id="R2d2edb44c19642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32eafa76554d61" /><Relationship Type="http://schemas.openxmlformats.org/officeDocument/2006/relationships/image" Target="/ppt/media/image2.png" Id="R0fb12e66966a4d3d" /><Relationship Type="http://schemas.openxmlformats.org/officeDocument/2006/relationships/notesSlide" Target="/ppt/notesSlides/notesSlide9.xml" Id="Rf11854cc124f48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dd36d57094c65" /><Relationship Type="http://schemas.openxmlformats.org/officeDocument/2006/relationships/image" Target="/ppt/media/image2.png" Id="R0855423b994e413c" /><Relationship Type="http://schemas.openxmlformats.org/officeDocument/2006/relationships/notesSlide" Target="/ppt/notesSlides/notesSlide10.xml" Id="R5c9f329a531743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21dc10f6dd487e" /><Relationship Type="http://schemas.openxmlformats.org/officeDocument/2006/relationships/image" Target="/ppt/media/image2.png" Id="R702b637185984a76" /><Relationship Type="http://schemas.openxmlformats.org/officeDocument/2006/relationships/notesSlide" Target="/ppt/notesSlides/notesSlide11.xml" Id="Rcef03f68bcc34a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c95ac2e3d14e52" /><Relationship Type="http://schemas.openxmlformats.org/officeDocument/2006/relationships/image" Target="/ppt/media/image2.png" Id="R824645da952647db" /><Relationship Type="http://schemas.openxmlformats.org/officeDocument/2006/relationships/notesSlide" Target="/ppt/notesSlides/notesSlide12.xml" Id="Rad879957b19a44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ad48ab36349f0" /><Relationship Type="http://schemas.openxmlformats.org/officeDocument/2006/relationships/image" Target="/ppt/media/image2.png" Id="R70050788bb8e453d" /><Relationship Type="http://schemas.openxmlformats.org/officeDocument/2006/relationships/notesSlide" Target="/ppt/notesSlides/notesSlide13.xml" Id="R5826c502f7bf4b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ed040e661e4167" /><Relationship Type="http://schemas.openxmlformats.org/officeDocument/2006/relationships/image" Target="/ppt/media/image2.png" Id="Rc6f97ed6bcc742f4" /><Relationship Type="http://schemas.openxmlformats.org/officeDocument/2006/relationships/notesSlide" Target="/ppt/notesSlides/notesSlide14.xml" Id="R364d4da8dc0e4f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4b28015a434024" /><Relationship Type="http://schemas.openxmlformats.org/officeDocument/2006/relationships/image" Target="/ppt/media/image2.png" Id="R6f9383468dd54313" /><Relationship Type="http://schemas.openxmlformats.org/officeDocument/2006/relationships/notesSlide" Target="/ppt/notesSlides/notesSlide15.xml" Id="R08f9eab13b1f44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623862f2034f89" /><Relationship Type="http://schemas.openxmlformats.org/officeDocument/2006/relationships/image" Target="/ppt/media/image2.png" Id="R6a30e7c67bf94cab" /><Relationship Type="http://schemas.openxmlformats.org/officeDocument/2006/relationships/notesSlide" Target="/ppt/notesSlides/notesSlide16.xml" Id="Rc8ddbd7c6eb4488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3e7c11ffe042f3" /><Relationship Type="http://schemas.openxmlformats.org/officeDocument/2006/relationships/image" Target="/ppt/media/image2.png" Id="R14b32b8250a44abd" /><Relationship Type="http://schemas.openxmlformats.org/officeDocument/2006/relationships/notesSlide" Target="/ppt/notesSlides/notesSlide17.xml" Id="R32512399b16b4b4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56f099a1ca42d0" /><Relationship Type="http://schemas.openxmlformats.org/officeDocument/2006/relationships/image" Target="/ppt/media/image2.png" Id="R7c73dcaf1ab54098" /><Relationship Type="http://schemas.openxmlformats.org/officeDocument/2006/relationships/notesSlide" Target="/ppt/notesSlides/notesSlide18.xml" Id="Rfec996b1939849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a47ac3391e4e9b" /><Relationship Type="http://schemas.openxmlformats.org/officeDocument/2006/relationships/image" Target="/ppt/media/image2.png" Id="Rdf2d2dd855b242cb" /><Relationship Type="http://schemas.openxmlformats.org/officeDocument/2006/relationships/notesSlide" Target="/ppt/notesSlides/notesSlide19.xml" Id="R1ff28944224d47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a4b5408adf430b" /><Relationship Type="http://schemas.openxmlformats.org/officeDocument/2006/relationships/image" Target="/ppt/media/image2.png" Id="Rd7079efc51e6400a" /><Relationship Type="http://schemas.openxmlformats.org/officeDocument/2006/relationships/notesSlide" Target="/ppt/notesSlides/notesSlide20.xml" Id="Rb8852f64c82d4f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5c7de0bd14add" /><Relationship Type="http://schemas.openxmlformats.org/officeDocument/2006/relationships/image" Target="/ppt/media/image.png" Id="R9b66059834ac49ab" /><Relationship Type="http://schemas.openxmlformats.org/officeDocument/2006/relationships/image" Target="/ppt/media/image2.png" Id="Rae50f849d19a450d" /><Relationship Type="http://schemas.openxmlformats.org/officeDocument/2006/relationships/notesSlide" Target="/ppt/notesSlides/notesSlide21.xml" Id="R2bcb6249fa64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603d7ffd345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73facf9bf45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Spasial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I Gede Nyoman Mindra Jaya, Ph.D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Spasial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ebee57df442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Analisis Spasial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394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Secara pedagogis, materi ini dirancang untuk membimbing mahasiswa dari pertanyaan paling dasar, yaitu mengapa lokasi penting dalam analisis statistik , menuju pertanyaan…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spasial dan pertemuan 1 secara kritis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pertemuan 7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Lingkungan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Wilayah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Transportasi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Ekonomi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Kebencanaan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0054873ac4b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analisis spasial dan pertemuan 1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pertemuan 7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2e890c96f4d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1, Pertemuan 2, Pertemuan 3, Pertemuan 4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5, Pertemuan 6, Pertemuan 7, Pertemuan 8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9, Pertemuan 10, Pertemuan 11, Pertemuan 12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13, Pertemuan 14, Pertemuan 15, Pertemuan 16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09cde32fd47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Analisis Spasial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29b135e8c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da9f56f744b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Pertemuan 1, Pertemuan 2, Pertemuan 3, Pertemuan 4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Pertemuan 1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Pertemuan 2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Pertemuan 3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1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2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3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4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Pertemuan 5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04ee702744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Pertemuan 3, Pertemuan 4, Pertemuan 5, Pertemuan 6, Pertemuan 7, Pertemuan 8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3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membuat matriks ketetanggaan…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4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8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membuat peta choropleth dengan…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5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membuat Moran scatterplot dan…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6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melakukan audit data spasial…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7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membangun model OLS sebagai…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Pertemuan 8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menerapkan Spatial Lag Model dan…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4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7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12e66966a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6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5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Mahasiswa membuat…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6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Mahasiswa…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7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Mahasiswa…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8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Mahasiswa…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9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Mahasiswa…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5423b994e41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b63718598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645da952647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50788bb8e45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Pertemuan 9, Pertemuan 10, Pertemuan 11, Pertemuan 12, Pertemuan 13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9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11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Pertemuan 13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9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10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11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12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13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97ed6bcc7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383468dd5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10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11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12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13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14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Pertemuan 15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e7c67bf9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32b8250a44a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3dcaf1ab540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11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13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14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15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Pertemuan 16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d2dd855b242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Pertemuan 1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Pertemuan 2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Pertemuan 5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Pertemuan 8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Pertemuan 10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Pertemuan 15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079efc51e640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Analisis Spasial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6059834ac49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0f849d19a45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Analisis Spasial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Analisis Spasial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2026-07-26T23:34:14.4640000Z</dcterms:created>
  <dcterms:modified xsi:type="dcterms:W3CDTF">2026-07-26T23:34:14.4640000Z</dcterms:modified>
</coreProperties>
</file>