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d5aee7a4e3412c" /><Relationship Type="http://schemas.openxmlformats.org/officeDocument/2006/relationships/extended-properties" Target="/docProps/app.xml" Id="Rb42be061f8854f24" /><Relationship Type="http://schemas.openxmlformats.org/officeDocument/2006/relationships/officeDocument" Target="/ppt/presentation.xml" Id="R9e4d54bda00445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bb284ebd1349e2"/>
  </p:sldMasterIdLst>
  <p:notesMasterIdLst>
    <p:notesMasterId xmlns:r="http://schemas.openxmlformats.org/officeDocument/2006/relationships" r:id="R63ce765585c04676"/>
  </p:notesMasterIdLst>
  <p:sldIdLst>
    <p:sldId xmlns:r="http://schemas.openxmlformats.org/officeDocument/2006/relationships" id="256" r:id="R06bb288f34b4484d"/>
    <p:sldId xmlns:r="http://schemas.openxmlformats.org/officeDocument/2006/relationships" id="257" r:id="R8ff6aa50d4c1433e"/>
    <p:sldId xmlns:r="http://schemas.openxmlformats.org/officeDocument/2006/relationships" id="258" r:id="R1702704a9c9b4c9e"/>
    <p:sldId xmlns:r="http://schemas.openxmlformats.org/officeDocument/2006/relationships" id="259" r:id="Rb286e91ff2a446a9"/>
    <p:sldId xmlns:r="http://schemas.openxmlformats.org/officeDocument/2006/relationships" id="260" r:id="Rb1f87ea1871340be"/>
    <p:sldId xmlns:r="http://schemas.openxmlformats.org/officeDocument/2006/relationships" id="261" r:id="Re86bf33667cc4de1"/>
    <p:sldId xmlns:r="http://schemas.openxmlformats.org/officeDocument/2006/relationships" id="262" r:id="R8e5e38fc5f5641ac"/>
    <p:sldId xmlns:r="http://schemas.openxmlformats.org/officeDocument/2006/relationships" id="263" r:id="R05ddb154b02c4ac9"/>
    <p:sldId xmlns:r="http://schemas.openxmlformats.org/officeDocument/2006/relationships" id="264" r:id="Rfcd54c9249694bff"/>
    <p:sldId xmlns:r="http://schemas.openxmlformats.org/officeDocument/2006/relationships" id="265" r:id="R13459c6ddfa14c9b"/>
    <p:sldId xmlns:r="http://schemas.openxmlformats.org/officeDocument/2006/relationships" id="266" r:id="R9d7e0164b36643f6"/>
    <p:sldId xmlns:r="http://schemas.openxmlformats.org/officeDocument/2006/relationships" id="267" r:id="R2f85cb987d1a475d"/>
    <p:sldId xmlns:r="http://schemas.openxmlformats.org/officeDocument/2006/relationships" id="268" r:id="R71fdcdc4086a4dc4"/>
    <p:sldId xmlns:r="http://schemas.openxmlformats.org/officeDocument/2006/relationships" id="269" r:id="R89184375380a44e6"/>
    <p:sldId xmlns:r="http://schemas.openxmlformats.org/officeDocument/2006/relationships" id="270" r:id="R91db1618ecf846bd"/>
    <p:sldId xmlns:r="http://schemas.openxmlformats.org/officeDocument/2006/relationships" id="271" r:id="R12c23a3877c847a3"/>
    <p:sldId xmlns:r="http://schemas.openxmlformats.org/officeDocument/2006/relationships" id="272" r:id="R66a9e33e191f4552"/>
    <p:sldId xmlns:r="http://schemas.openxmlformats.org/officeDocument/2006/relationships" id="273" r:id="R9b9cd867a1804aae"/>
    <p:sldId xmlns:r="http://schemas.openxmlformats.org/officeDocument/2006/relationships" id="274" r:id="R2c6b1ed46d304b4a"/>
    <p:sldId xmlns:r="http://schemas.openxmlformats.org/officeDocument/2006/relationships" id="275" r:id="R9a792a1ae5f3485b"/>
    <p:sldId xmlns:r="http://schemas.openxmlformats.org/officeDocument/2006/relationships" id="276" r:id="R0b9dc11caa4e46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e90f9a68b14413" /><Relationship Type="http://schemas.openxmlformats.org/officeDocument/2006/relationships/slideMaster" Target="/ppt/slideMasters/slideMaster1.xml" Id="R18bb284ebd1349e2" /><Relationship Type="http://schemas.openxmlformats.org/officeDocument/2006/relationships/notesMaster" Target="/ppt/notesMasters/notesMaster1.xml" Id="R63ce765585c04676" /><Relationship Type="http://schemas.openxmlformats.org/officeDocument/2006/relationships/presProps" Target="/ppt/presProps.xml" Id="R3889205023884508" /><Relationship Type="http://schemas.openxmlformats.org/officeDocument/2006/relationships/tableStyles" Target="/ppt/tableStyles.xml" Id="R8aa9501ca0d048d7" /><Relationship Type="http://schemas.openxmlformats.org/officeDocument/2006/relationships/slide" Target="/ppt/slides/slide1.xml" Id="R06bb288f34b4484d" /><Relationship Type="http://schemas.openxmlformats.org/officeDocument/2006/relationships/slide" Target="/ppt/slides/slide2.xml" Id="R8ff6aa50d4c1433e" /><Relationship Type="http://schemas.openxmlformats.org/officeDocument/2006/relationships/slide" Target="/ppt/slides/slide3.xml" Id="R1702704a9c9b4c9e" /><Relationship Type="http://schemas.openxmlformats.org/officeDocument/2006/relationships/slide" Target="/ppt/slides/slide4.xml" Id="Rb286e91ff2a446a9" /><Relationship Type="http://schemas.openxmlformats.org/officeDocument/2006/relationships/slide" Target="/ppt/slides/slide5.xml" Id="Rb1f87ea1871340be" /><Relationship Type="http://schemas.openxmlformats.org/officeDocument/2006/relationships/slide" Target="/ppt/slides/slide6.xml" Id="Re86bf33667cc4de1" /><Relationship Type="http://schemas.openxmlformats.org/officeDocument/2006/relationships/slide" Target="/ppt/slides/slide7.xml" Id="R8e5e38fc5f5641ac" /><Relationship Type="http://schemas.openxmlformats.org/officeDocument/2006/relationships/slide" Target="/ppt/slides/slide8.xml" Id="R05ddb154b02c4ac9" /><Relationship Type="http://schemas.openxmlformats.org/officeDocument/2006/relationships/slide" Target="/ppt/slides/slide9.xml" Id="Rfcd54c9249694bff" /><Relationship Type="http://schemas.openxmlformats.org/officeDocument/2006/relationships/slide" Target="/ppt/slides/slide10.xml" Id="R13459c6ddfa14c9b" /><Relationship Type="http://schemas.openxmlformats.org/officeDocument/2006/relationships/slide" Target="/ppt/slides/slide11.xml" Id="R9d7e0164b36643f6" /><Relationship Type="http://schemas.openxmlformats.org/officeDocument/2006/relationships/slide" Target="/ppt/slides/slide12.xml" Id="R2f85cb987d1a475d" /><Relationship Type="http://schemas.openxmlformats.org/officeDocument/2006/relationships/slide" Target="/ppt/slides/slide13.xml" Id="R71fdcdc4086a4dc4" /><Relationship Type="http://schemas.openxmlformats.org/officeDocument/2006/relationships/slide" Target="/ppt/slides/slide14.xml" Id="R89184375380a44e6" /><Relationship Type="http://schemas.openxmlformats.org/officeDocument/2006/relationships/slide" Target="/ppt/slides/slide15.xml" Id="R91db1618ecf846bd" /><Relationship Type="http://schemas.openxmlformats.org/officeDocument/2006/relationships/slide" Target="/ppt/slides/slide16.xml" Id="R12c23a3877c847a3" /><Relationship Type="http://schemas.openxmlformats.org/officeDocument/2006/relationships/slide" Target="/ppt/slides/slide17.xml" Id="R66a9e33e191f4552" /><Relationship Type="http://schemas.openxmlformats.org/officeDocument/2006/relationships/slide" Target="/ppt/slides/slide18.xml" Id="R9b9cd867a1804aae" /><Relationship Type="http://schemas.openxmlformats.org/officeDocument/2006/relationships/slide" Target="/ppt/slides/slide19.xml" Id="R2c6b1ed46d304b4a" /><Relationship Type="http://schemas.openxmlformats.org/officeDocument/2006/relationships/slide" Target="/ppt/slides/slide20.xml" Id="R9a792a1ae5f3485b" /><Relationship Type="http://schemas.openxmlformats.org/officeDocument/2006/relationships/slide" Target="/ppt/slides/slide21.xml" Id="R0b9dc11caa4e46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550f17c97a4e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680f07ff784df4" /><Relationship Type="http://schemas.openxmlformats.org/officeDocument/2006/relationships/notesMaster" Target="/ppt/notesMasters/notesMaster1.xml" Id="Rbe2f1b97ecfe41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f318a83baf4626" /><Relationship Type="http://schemas.openxmlformats.org/officeDocument/2006/relationships/notesMaster" Target="/ppt/notesMasters/notesMaster1.xml" Id="R816d765c30ca46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dae1d3a40c431a" /><Relationship Type="http://schemas.openxmlformats.org/officeDocument/2006/relationships/notesMaster" Target="/ppt/notesMasters/notesMaster1.xml" Id="R5b90fb0ec1fb48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98b9a354b243cd" /><Relationship Type="http://schemas.openxmlformats.org/officeDocument/2006/relationships/notesMaster" Target="/ppt/notesMasters/notesMaster1.xml" Id="R0a355796c6ba4f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4f60ad8c0e4ee0" /><Relationship Type="http://schemas.openxmlformats.org/officeDocument/2006/relationships/notesMaster" Target="/ppt/notesMasters/notesMaster1.xml" Id="R8d38f7eb11dc43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4b878d0d2b4e32" /><Relationship Type="http://schemas.openxmlformats.org/officeDocument/2006/relationships/notesMaster" Target="/ppt/notesMasters/notesMaster1.xml" Id="R0546d2e1c20044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77bba88aea401d" /><Relationship Type="http://schemas.openxmlformats.org/officeDocument/2006/relationships/notesMaster" Target="/ppt/notesMasters/notesMaster1.xml" Id="R3e68c8f249a14e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1134e5f47449e9" /><Relationship Type="http://schemas.openxmlformats.org/officeDocument/2006/relationships/notesMaster" Target="/ppt/notesMasters/notesMaster1.xml" Id="Rc05695c84c9c4d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f65640cfe14643" /><Relationship Type="http://schemas.openxmlformats.org/officeDocument/2006/relationships/notesMaster" Target="/ppt/notesMasters/notesMaster1.xml" Id="R8926bb139ff341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5d06f1819541d6" /><Relationship Type="http://schemas.openxmlformats.org/officeDocument/2006/relationships/notesMaster" Target="/ppt/notesMasters/notesMaster1.xml" Id="R8f0def1fbf604a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aa6cdea95f4e92" /><Relationship Type="http://schemas.openxmlformats.org/officeDocument/2006/relationships/notesMaster" Target="/ppt/notesMasters/notesMaster1.xml" Id="Rbaa5afcd525147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f0821ae2c0477f" /><Relationship Type="http://schemas.openxmlformats.org/officeDocument/2006/relationships/notesMaster" Target="/ppt/notesMasters/notesMaster1.xml" Id="R751f98c2e42145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84aa09052b4e66" /><Relationship Type="http://schemas.openxmlformats.org/officeDocument/2006/relationships/notesMaster" Target="/ppt/notesMasters/notesMaster1.xml" Id="R25cdc960db854c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49e329209445fb" /><Relationship Type="http://schemas.openxmlformats.org/officeDocument/2006/relationships/notesMaster" Target="/ppt/notesMasters/notesMaster1.xml" Id="Rd3ed8d638ccb46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b5e0fe008842dc" /><Relationship Type="http://schemas.openxmlformats.org/officeDocument/2006/relationships/notesMaster" Target="/ppt/notesMasters/notesMaster1.xml" Id="R7d5d73a3dba249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50982d64f5c42bd" /><Relationship Type="http://schemas.openxmlformats.org/officeDocument/2006/relationships/notesMaster" Target="/ppt/notesMasters/notesMaster1.xml" Id="Rafb77197522f4b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94821200874375" /><Relationship Type="http://schemas.openxmlformats.org/officeDocument/2006/relationships/notesMaster" Target="/ppt/notesMasters/notesMaster1.xml" Id="Rf5fa1becb4bb45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ddefaf95934f67" /><Relationship Type="http://schemas.openxmlformats.org/officeDocument/2006/relationships/notesMaster" Target="/ppt/notesMasters/notesMaster1.xml" Id="Rc027d2dbad2042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c5690b4e3b4ac3" /><Relationship Type="http://schemas.openxmlformats.org/officeDocument/2006/relationships/notesMaster" Target="/ppt/notesMasters/notesMaster1.xml" Id="R3772ffb5b5734ea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58c94cb4fa14fcf" /><Relationship Type="http://schemas.openxmlformats.org/officeDocument/2006/relationships/notesMaster" Target="/ppt/notesMasters/notesMaster1.xml" Id="R9926eab2148144a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030b3e31ada4780" /><Relationship Type="http://schemas.openxmlformats.org/officeDocument/2006/relationships/notesMaster" Target="/ppt/notesMasters/notesMaster1.xml" Id="R6c311121fbbf42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ed6e620d048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4b6440b8d04d8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0317245bc04d56" /><Relationship Type="http://schemas.openxmlformats.org/officeDocument/2006/relationships/slideLayout" Target="/ppt/slideLayouts/slideLayout1.xml" Id="R0b92b493ff6243f0" /><Relationship Type="http://schemas.openxmlformats.org/officeDocument/2006/relationships/slideLayout" Target="/ppt/slideLayouts/slideLayout2.xml" Id="Rb3612416b5c94be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92b493ff6243f0"/>
    <p:sldLayoutId xmlns:r="http://schemas.openxmlformats.org/officeDocument/2006/relationships" id="2147483650" r:id="Rb3612416b5c94be0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2dc6e17eec4fd4" /><Relationship Type="http://schemas.openxmlformats.org/officeDocument/2006/relationships/image" Target="/ppt/media/image.png" Id="R709f6feca43c477b" /><Relationship Type="http://schemas.openxmlformats.org/officeDocument/2006/relationships/image" Target="/ppt/media/image2.png" Id="R0ab6c26c64964749" /><Relationship Type="http://schemas.openxmlformats.org/officeDocument/2006/relationships/notesSlide" Target="/ppt/notesSlides/notesSlide1.xml" Id="R34786e2d6d9746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2f5fddaa144477" /><Relationship Type="http://schemas.openxmlformats.org/officeDocument/2006/relationships/image" Target="/ppt/media/image2.png" Id="R3227407eed8c4944" /><Relationship Type="http://schemas.openxmlformats.org/officeDocument/2006/relationships/notesSlide" Target="/ppt/notesSlides/notesSlide2.xml" Id="R6dd194a0ea074b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663557927e4bd3" /><Relationship Type="http://schemas.openxmlformats.org/officeDocument/2006/relationships/image" Target="/ppt/media/image2.png" Id="Rd4a428e9459546d4" /><Relationship Type="http://schemas.openxmlformats.org/officeDocument/2006/relationships/notesSlide" Target="/ppt/notesSlides/notesSlide3.xml" Id="R97809b33d56545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9a4746b32b4094" /><Relationship Type="http://schemas.openxmlformats.org/officeDocument/2006/relationships/image" Target="/ppt/media/image2.png" Id="R98dac5004b6e419b" /><Relationship Type="http://schemas.openxmlformats.org/officeDocument/2006/relationships/notesSlide" Target="/ppt/notesSlides/notesSlide4.xml" Id="R9934e0291aab4b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e93634e7b344a9" /><Relationship Type="http://schemas.openxmlformats.org/officeDocument/2006/relationships/image" Target="/ppt/media/image2.png" Id="R5cc8ecf0c70b45aa" /><Relationship Type="http://schemas.openxmlformats.org/officeDocument/2006/relationships/notesSlide" Target="/ppt/notesSlides/notesSlide5.xml" Id="R098f3bc7d77743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928599cbcc48f6" /><Relationship Type="http://schemas.openxmlformats.org/officeDocument/2006/relationships/image" Target="/ppt/media/image2.png" Id="R112f30920d5c49ba" /><Relationship Type="http://schemas.openxmlformats.org/officeDocument/2006/relationships/notesSlide" Target="/ppt/notesSlides/notesSlide6.xml" Id="Rafd6649622fc49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c9ca38e9154abb" /><Relationship Type="http://schemas.openxmlformats.org/officeDocument/2006/relationships/image" Target="/ppt/media/image2.png" Id="R58f5698340dc4ebb" /><Relationship Type="http://schemas.openxmlformats.org/officeDocument/2006/relationships/notesSlide" Target="/ppt/notesSlides/notesSlide7.xml" Id="R92d0e49727e343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1fcb943fe746fd" /><Relationship Type="http://schemas.openxmlformats.org/officeDocument/2006/relationships/image" Target="/ppt/media/image2.png" Id="R4d884cd011d441b5" /><Relationship Type="http://schemas.openxmlformats.org/officeDocument/2006/relationships/notesSlide" Target="/ppt/notesSlides/notesSlide8.xml" Id="Re75faf6ae30145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e63a1e645f47c1" /><Relationship Type="http://schemas.openxmlformats.org/officeDocument/2006/relationships/image" Target="/ppt/media/image2.png" Id="R3108ecb8aac3443d" /><Relationship Type="http://schemas.openxmlformats.org/officeDocument/2006/relationships/notesSlide" Target="/ppt/notesSlides/notesSlide9.xml" Id="Re4ff32c7b1f940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fb7546d3194c38" /><Relationship Type="http://schemas.openxmlformats.org/officeDocument/2006/relationships/image" Target="/ppt/media/image2.png" Id="R91b35d4b9ba24b44" /><Relationship Type="http://schemas.openxmlformats.org/officeDocument/2006/relationships/notesSlide" Target="/ppt/notesSlides/notesSlide10.xml" Id="Ra8441613cd5048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8b9b20dabe4aee" /><Relationship Type="http://schemas.openxmlformats.org/officeDocument/2006/relationships/image" Target="/ppt/media/image2.png" Id="R1d54668350374939" /><Relationship Type="http://schemas.openxmlformats.org/officeDocument/2006/relationships/notesSlide" Target="/ppt/notesSlides/notesSlide11.xml" Id="R6b371d2ba6f349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0425e4748d4ff3" /><Relationship Type="http://schemas.openxmlformats.org/officeDocument/2006/relationships/image" Target="/ppt/media/image2.png" Id="Ra32ffaa7fe714389" /><Relationship Type="http://schemas.openxmlformats.org/officeDocument/2006/relationships/notesSlide" Target="/ppt/notesSlides/notesSlide12.xml" Id="R19be4c95f9414e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6ba106b2ca459c" /><Relationship Type="http://schemas.openxmlformats.org/officeDocument/2006/relationships/image" Target="/ppt/media/image2.png" Id="R4467b5593af14d56" /><Relationship Type="http://schemas.openxmlformats.org/officeDocument/2006/relationships/notesSlide" Target="/ppt/notesSlides/notesSlide13.xml" Id="R805fabbe47cb48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2ea5bfbba344ad" /><Relationship Type="http://schemas.openxmlformats.org/officeDocument/2006/relationships/image" Target="/ppt/media/image2.png" Id="R32e92602c14d4cb2" /><Relationship Type="http://schemas.openxmlformats.org/officeDocument/2006/relationships/notesSlide" Target="/ppt/notesSlides/notesSlide14.xml" Id="R39aa13e9dfc74d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62f4e45f2147d0" /><Relationship Type="http://schemas.openxmlformats.org/officeDocument/2006/relationships/image" Target="/ppt/media/image2.png" Id="R75c559048a0a44f5" /><Relationship Type="http://schemas.openxmlformats.org/officeDocument/2006/relationships/notesSlide" Target="/ppt/notesSlides/notesSlide15.xml" Id="Re1db814a03c64b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58a97a16d74021" /><Relationship Type="http://schemas.openxmlformats.org/officeDocument/2006/relationships/image" Target="/ppt/media/image2.png" Id="R92dc18a7af5d48b9" /><Relationship Type="http://schemas.openxmlformats.org/officeDocument/2006/relationships/notesSlide" Target="/ppt/notesSlides/notesSlide16.xml" Id="Rb25a23ad1af845d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bd2ee193f74a3c" /><Relationship Type="http://schemas.openxmlformats.org/officeDocument/2006/relationships/image" Target="/ppt/media/image2.png" Id="Rddd5d1b603f44583" /><Relationship Type="http://schemas.openxmlformats.org/officeDocument/2006/relationships/notesSlide" Target="/ppt/notesSlides/notesSlide17.xml" Id="R524272be1ba44e9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43f8c328214b47" /><Relationship Type="http://schemas.openxmlformats.org/officeDocument/2006/relationships/image" Target="/ppt/media/image2.png" Id="R650b1eb322d44d27" /><Relationship Type="http://schemas.openxmlformats.org/officeDocument/2006/relationships/notesSlide" Target="/ppt/notesSlides/notesSlide18.xml" Id="R6019f1c6e09a444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a9e4fcc81c4e93" /><Relationship Type="http://schemas.openxmlformats.org/officeDocument/2006/relationships/image" Target="/ppt/media/image2.png" Id="R3a71782d28874e76" /><Relationship Type="http://schemas.openxmlformats.org/officeDocument/2006/relationships/notesSlide" Target="/ppt/notesSlides/notesSlide19.xml" Id="R5ef994466f79428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3ce42684b54991" /><Relationship Type="http://schemas.openxmlformats.org/officeDocument/2006/relationships/image" Target="/ppt/media/image2.png" Id="R818ac3bc7c7c4467" /><Relationship Type="http://schemas.openxmlformats.org/officeDocument/2006/relationships/notesSlide" Target="/ppt/notesSlides/notesSlide20.xml" Id="R5c5fff96c84c4c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f78f6c852743d9" /><Relationship Type="http://schemas.openxmlformats.org/officeDocument/2006/relationships/image" Target="/ppt/media/image.png" Id="R24d18a350b2248ec" /><Relationship Type="http://schemas.openxmlformats.org/officeDocument/2006/relationships/image" Target="/ppt/media/image2.png" Id="R1ac5447980e54bf4" /><Relationship Type="http://schemas.openxmlformats.org/officeDocument/2006/relationships/notesSlide" Target="/ppt/notesSlides/notesSlide21.xml" Id="Rc31961435dc844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f6feca43c47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6c26c649647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Analisis Image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Anindya Apriliyanti Pravitasari,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Terapan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7407eed8c49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Analisis Image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Image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315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Analisis citra digital telah menjadi salah satu jembatan paling menarik antara statistika, komputasi, kecerdasan buatan, dan kebutuhan pengambilan keputusan di dunia nyata.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analisis image dan pendahuluan citra digital…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dan struktur convolutional pada data dan persoalan…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Remote sensing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Biometrik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Pertanian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Sains data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428e9459546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Image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analisis image dan pendahuluan citra digital secara kritis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dan struktur convolutional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ac5004b6e41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Image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Pendahuluan, Representasi dan, Operasi Dasar pada, Histogram dan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Filtering dan, Morfologi Citra, dan Struktur, Matematika CNN dan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Klasifikasi Citra, Segmentasi Citra, Object Detection, Identifikasi dan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Perancangan, Presentasi, Integrasi Konsep, Proyek Akhir dan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8ecf0c70b45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Analisis Image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Image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f30920d5c49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5698340dc4e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Pendahuluan, Representasi dan, Operasi Dasar pada, Histogram dan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Image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Pendahuluan Analisis Citra Digital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Representasi dan Karakteristik…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Operasi Dasar pada Data Citra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 Analisis Citra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Operasi Dasar pada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Histogram dan Transformasi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Filtering dan Konvolusi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84cd011d441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Operasi Dasar pada, Histogram dan, Filtering dan, Morfologi Citra, dan Struktur, Matematika…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Image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Operasi Dasar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Fokusnya adalah operasi aljabar citra…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4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Histogram dan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Fokusnya adalah histogram intensitas…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Filtering dan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Fokusnya adalah spatial filtering, mean…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8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Morfologi Citra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Fokusnya adalah structuring element…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dan Struktur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Fokusnya adalah deep learning untuk citra…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1905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Matematika CNN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Fokusnya adalah fungsi aktivasi…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g(i,j)=α f(i,j)+β, f_norm(i,j)=(f(i,j)-(f))/((f)-(f))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 B= (B̂)_z A\, A B= B_z A\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8ecb8aac344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Image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g(i,j)=Σ_u=-a^aΣ_v=-b^bw(u,v)f(i-u,j-v)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Filtering dan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Fokusnya adalah…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Morfologi Citra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Fokusnya adalah…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dan Struktur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Fokusnya adalah…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Matematika CNN dan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Fokusnya adalah…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Klasifikasi Citra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Fokusnya adalah…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35d4b9ba24b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Image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θ^(t+1)=θ^(t)-_θ(θ), y=F(x,_i\)+x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46683503749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ffaa7fe7143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Image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7b5593af14d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Klasifikasi Citra, Segmentasi Citra, Object Detection, Identifikasi dan, Perancangan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Image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Accuracy=(TP+TN)/(TP+FP+FN+TN), F_1=(2· Precision·…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IoU(B_p,B_g)=(|B_p B_g|)/(|B_p B_g|)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Riset\;kuat = Masalah\;jelas + Data\;layak + Metode\;tepat…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Klasifikasi Citra dengan CNN dan Metode…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Segmentasi Citra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Object Detection dan Advanced…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Identifikasi dan Analisis Gap Riset…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Perancangan Proposal Riset Analisis…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92602c14d4c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Image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559048a0a44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Image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Segmentasi Citra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Object Detection dan Advanced…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Identifikasi dan Analisis Gap Riset…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Perancangan Proposal Riset Analisis…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Presentasi Proposal Riset dan Peer…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Konsep dan Studi Kasus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c18a7af5d48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5d1b603f445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Image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b1eb322d44d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Image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Object Detection dan Advanced…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Identifikasi dan Analisis Gap…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Perancangan Proposal Riset…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Presentasi Proposal Riset dan Peer…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Integrasi Konsep dan Studi Kasus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Proyek Akhir dan Presentasi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1782d28874e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Image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Pendahuluan Analisis…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Representasi dan…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Filtering dan Konvolusi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Matematika CNN dan…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Segmentasi Citra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Konsep dan…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ac3bc7c7c44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Image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Informasi…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Informasi visual apa yang…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Apakah…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Apakah perbedaan visual…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Transformasi…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Transformasi apa yang paling…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Bagaimana cara…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cara mengevaluasi…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Apa risiko bias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data, bias…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18a350b2248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5447980e54b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Analisis Image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Analisis Image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2026-07-26T23:34:09.8190000Z</dcterms:created>
  <dcterms:modified xsi:type="dcterms:W3CDTF">2026-07-26T23:34:09.8190000Z</dcterms:modified>
</coreProperties>
</file>