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aff5985ee4499" /><Relationship Type="http://schemas.openxmlformats.org/officeDocument/2006/relationships/extended-properties" Target="/docProps/app.xml" Id="Reb07c53e962c4b04" /><Relationship Type="http://schemas.openxmlformats.org/officeDocument/2006/relationships/officeDocument" Target="/ppt/presentation.xml" Id="Rcb9b43bfeb9d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695f5bf8d487a"/>
  </p:sldMasterIdLst>
  <p:notesMasterIdLst>
    <p:notesMasterId xmlns:r="http://schemas.openxmlformats.org/officeDocument/2006/relationships" r:id="R45d26397b0e34cad"/>
  </p:notesMasterIdLst>
  <p:sldIdLst>
    <p:sldId xmlns:r="http://schemas.openxmlformats.org/officeDocument/2006/relationships" id="256" r:id="Rc0842339f67a4567"/>
    <p:sldId xmlns:r="http://schemas.openxmlformats.org/officeDocument/2006/relationships" id="257" r:id="R22fc91c0476a49f5"/>
    <p:sldId xmlns:r="http://schemas.openxmlformats.org/officeDocument/2006/relationships" id="258" r:id="R64dd402bf8f84b5a"/>
    <p:sldId xmlns:r="http://schemas.openxmlformats.org/officeDocument/2006/relationships" id="259" r:id="R184cf5a13bdb43a6"/>
    <p:sldId xmlns:r="http://schemas.openxmlformats.org/officeDocument/2006/relationships" id="260" r:id="R12ebedfb6cb84095"/>
    <p:sldId xmlns:r="http://schemas.openxmlformats.org/officeDocument/2006/relationships" id="261" r:id="Ra994fc24c0a64f4a"/>
    <p:sldId xmlns:r="http://schemas.openxmlformats.org/officeDocument/2006/relationships" id="262" r:id="R2ca6e273043f4364"/>
    <p:sldId xmlns:r="http://schemas.openxmlformats.org/officeDocument/2006/relationships" id="263" r:id="Ra7ca9c76f0e843a1"/>
    <p:sldId xmlns:r="http://schemas.openxmlformats.org/officeDocument/2006/relationships" id="264" r:id="R4874a53f21e74c4b"/>
    <p:sldId xmlns:r="http://schemas.openxmlformats.org/officeDocument/2006/relationships" id="265" r:id="R3fdf12eb1a6746c9"/>
    <p:sldId xmlns:r="http://schemas.openxmlformats.org/officeDocument/2006/relationships" id="266" r:id="R1448b95e030143d8"/>
    <p:sldId xmlns:r="http://schemas.openxmlformats.org/officeDocument/2006/relationships" id="267" r:id="R80f98a0494284ed0"/>
    <p:sldId xmlns:r="http://schemas.openxmlformats.org/officeDocument/2006/relationships" id="268" r:id="Ree35e63c07c1405b"/>
    <p:sldId xmlns:r="http://schemas.openxmlformats.org/officeDocument/2006/relationships" id="269" r:id="R3ea9c2f5e396477a"/>
    <p:sldId xmlns:r="http://schemas.openxmlformats.org/officeDocument/2006/relationships" id="270" r:id="R13617a72e444404d"/>
    <p:sldId xmlns:r="http://schemas.openxmlformats.org/officeDocument/2006/relationships" id="271" r:id="Ra2037051afc343ff"/>
    <p:sldId xmlns:r="http://schemas.openxmlformats.org/officeDocument/2006/relationships" id="272" r:id="R66951aeebae4479e"/>
    <p:sldId xmlns:r="http://schemas.openxmlformats.org/officeDocument/2006/relationships" id="273" r:id="Rc0ac11beca8b482c"/>
    <p:sldId xmlns:r="http://schemas.openxmlformats.org/officeDocument/2006/relationships" id="274" r:id="Ra0657839aa0b47c0"/>
    <p:sldId xmlns:r="http://schemas.openxmlformats.org/officeDocument/2006/relationships" id="275" r:id="Rf664248d8bf54cb0"/>
    <p:sldId xmlns:r="http://schemas.openxmlformats.org/officeDocument/2006/relationships" id="276" r:id="R8d379e3abb2f4a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1b2a36391e4f86" /><Relationship Type="http://schemas.openxmlformats.org/officeDocument/2006/relationships/slideMaster" Target="/ppt/slideMasters/slideMaster1.xml" Id="Rbd2695f5bf8d487a" /><Relationship Type="http://schemas.openxmlformats.org/officeDocument/2006/relationships/notesMaster" Target="/ppt/notesMasters/notesMaster1.xml" Id="R45d26397b0e34cad" /><Relationship Type="http://schemas.openxmlformats.org/officeDocument/2006/relationships/presProps" Target="/ppt/presProps.xml" Id="Rcaf7efda9a214cd5" /><Relationship Type="http://schemas.openxmlformats.org/officeDocument/2006/relationships/tableStyles" Target="/ppt/tableStyles.xml" Id="Rb7d22a2012e0455d" /><Relationship Type="http://schemas.openxmlformats.org/officeDocument/2006/relationships/slide" Target="/ppt/slides/slide1.xml" Id="Rc0842339f67a4567" /><Relationship Type="http://schemas.openxmlformats.org/officeDocument/2006/relationships/slide" Target="/ppt/slides/slide2.xml" Id="R22fc91c0476a49f5" /><Relationship Type="http://schemas.openxmlformats.org/officeDocument/2006/relationships/slide" Target="/ppt/slides/slide3.xml" Id="R64dd402bf8f84b5a" /><Relationship Type="http://schemas.openxmlformats.org/officeDocument/2006/relationships/slide" Target="/ppt/slides/slide4.xml" Id="R184cf5a13bdb43a6" /><Relationship Type="http://schemas.openxmlformats.org/officeDocument/2006/relationships/slide" Target="/ppt/slides/slide5.xml" Id="R12ebedfb6cb84095" /><Relationship Type="http://schemas.openxmlformats.org/officeDocument/2006/relationships/slide" Target="/ppt/slides/slide6.xml" Id="Ra994fc24c0a64f4a" /><Relationship Type="http://schemas.openxmlformats.org/officeDocument/2006/relationships/slide" Target="/ppt/slides/slide7.xml" Id="R2ca6e273043f4364" /><Relationship Type="http://schemas.openxmlformats.org/officeDocument/2006/relationships/slide" Target="/ppt/slides/slide8.xml" Id="Ra7ca9c76f0e843a1" /><Relationship Type="http://schemas.openxmlformats.org/officeDocument/2006/relationships/slide" Target="/ppt/slides/slide9.xml" Id="R4874a53f21e74c4b" /><Relationship Type="http://schemas.openxmlformats.org/officeDocument/2006/relationships/slide" Target="/ppt/slides/slide10.xml" Id="R3fdf12eb1a6746c9" /><Relationship Type="http://schemas.openxmlformats.org/officeDocument/2006/relationships/slide" Target="/ppt/slides/slide11.xml" Id="R1448b95e030143d8" /><Relationship Type="http://schemas.openxmlformats.org/officeDocument/2006/relationships/slide" Target="/ppt/slides/slide12.xml" Id="R80f98a0494284ed0" /><Relationship Type="http://schemas.openxmlformats.org/officeDocument/2006/relationships/slide" Target="/ppt/slides/slide13.xml" Id="Ree35e63c07c1405b" /><Relationship Type="http://schemas.openxmlformats.org/officeDocument/2006/relationships/slide" Target="/ppt/slides/slide14.xml" Id="R3ea9c2f5e396477a" /><Relationship Type="http://schemas.openxmlformats.org/officeDocument/2006/relationships/slide" Target="/ppt/slides/slide15.xml" Id="R13617a72e444404d" /><Relationship Type="http://schemas.openxmlformats.org/officeDocument/2006/relationships/slide" Target="/ppt/slides/slide16.xml" Id="Ra2037051afc343ff" /><Relationship Type="http://schemas.openxmlformats.org/officeDocument/2006/relationships/slide" Target="/ppt/slides/slide17.xml" Id="R66951aeebae4479e" /><Relationship Type="http://schemas.openxmlformats.org/officeDocument/2006/relationships/slide" Target="/ppt/slides/slide18.xml" Id="Rc0ac11beca8b482c" /><Relationship Type="http://schemas.openxmlformats.org/officeDocument/2006/relationships/slide" Target="/ppt/slides/slide19.xml" Id="Ra0657839aa0b47c0" /><Relationship Type="http://schemas.openxmlformats.org/officeDocument/2006/relationships/slide" Target="/ppt/slides/slide20.xml" Id="Rf664248d8bf54cb0" /><Relationship Type="http://schemas.openxmlformats.org/officeDocument/2006/relationships/slide" Target="/ppt/slides/slide21.xml" Id="R8d379e3abb2f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e540d1ce54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55aa6ae204bd4" /><Relationship Type="http://schemas.openxmlformats.org/officeDocument/2006/relationships/notesMaster" Target="/ppt/notesMasters/notesMaster1.xml" Id="R7778f8ade02a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b967b6d364e97" /><Relationship Type="http://schemas.openxmlformats.org/officeDocument/2006/relationships/notesMaster" Target="/ppt/notesMasters/notesMaster1.xml" Id="R994c544150e4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3bf432a0147ba" /><Relationship Type="http://schemas.openxmlformats.org/officeDocument/2006/relationships/notesMaster" Target="/ppt/notesMasters/notesMaster1.xml" Id="Rb357c34b08254d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b625a0974144c4" /><Relationship Type="http://schemas.openxmlformats.org/officeDocument/2006/relationships/notesMaster" Target="/ppt/notesMasters/notesMaster1.xml" Id="R4269a41ff2e045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fcca0dd737472e" /><Relationship Type="http://schemas.openxmlformats.org/officeDocument/2006/relationships/notesMaster" Target="/ppt/notesMasters/notesMaster1.xml" Id="R8c084a30404d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8a4628421e4203" /><Relationship Type="http://schemas.openxmlformats.org/officeDocument/2006/relationships/notesMaster" Target="/ppt/notesMasters/notesMaster1.xml" Id="Rf51ade5721114f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4aba1c32b548bf" /><Relationship Type="http://schemas.openxmlformats.org/officeDocument/2006/relationships/notesMaster" Target="/ppt/notesMasters/notesMaster1.xml" Id="Reda46c1ff9cc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b03ed254c84923" /><Relationship Type="http://schemas.openxmlformats.org/officeDocument/2006/relationships/notesMaster" Target="/ppt/notesMasters/notesMaster1.xml" Id="R32993d53a9ee4b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4f46d4eb84818" /><Relationship Type="http://schemas.openxmlformats.org/officeDocument/2006/relationships/notesMaster" Target="/ppt/notesMasters/notesMaster1.xml" Id="Reae12b5384a044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a7fded01f944bd" /><Relationship Type="http://schemas.openxmlformats.org/officeDocument/2006/relationships/notesMaster" Target="/ppt/notesMasters/notesMaster1.xml" Id="R594b3bbec8cc4a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ac8ee721849be" /><Relationship Type="http://schemas.openxmlformats.org/officeDocument/2006/relationships/notesMaster" Target="/ppt/notesMasters/notesMaster1.xml" Id="Rb400124dc0054f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2af51933d7425f" /><Relationship Type="http://schemas.openxmlformats.org/officeDocument/2006/relationships/notesMaster" Target="/ppt/notesMasters/notesMaster1.xml" Id="R86fb06bcbfe14f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8144ca7c264370" /><Relationship Type="http://schemas.openxmlformats.org/officeDocument/2006/relationships/notesMaster" Target="/ppt/notesMasters/notesMaster1.xml" Id="Rfd3b8e5cc9fe46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9d01399b8f4b96" /><Relationship Type="http://schemas.openxmlformats.org/officeDocument/2006/relationships/notesMaster" Target="/ppt/notesMasters/notesMaster1.xml" Id="R01de5ea17e2d42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5634d06a4a400f" /><Relationship Type="http://schemas.openxmlformats.org/officeDocument/2006/relationships/notesMaster" Target="/ppt/notesMasters/notesMaster1.xml" Id="R6d1d355aa5da42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f294360888454d" /><Relationship Type="http://schemas.openxmlformats.org/officeDocument/2006/relationships/notesMaster" Target="/ppt/notesMasters/notesMaster1.xml" Id="R2a8774556e3a44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8c83dd1b5343b8" /><Relationship Type="http://schemas.openxmlformats.org/officeDocument/2006/relationships/notesMaster" Target="/ppt/notesMasters/notesMaster1.xml" Id="Rddbf3a1c8be442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0cdb69f5324f3c" /><Relationship Type="http://schemas.openxmlformats.org/officeDocument/2006/relationships/notesMaster" Target="/ppt/notesMasters/notesMaster1.xml" Id="Ra9648025697743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48cc58a1d24e63" /><Relationship Type="http://schemas.openxmlformats.org/officeDocument/2006/relationships/notesMaster" Target="/ppt/notesMasters/notesMaster1.xml" Id="R777fbc9e8ad043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e2bc63b5b74ab3" /><Relationship Type="http://schemas.openxmlformats.org/officeDocument/2006/relationships/notesMaster" Target="/ppt/notesMasters/notesMaster1.xml" Id="Rc45e3c73c7f145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d7f8db363649a0" /><Relationship Type="http://schemas.openxmlformats.org/officeDocument/2006/relationships/notesMaster" Target="/ppt/notesMasters/notesMaster1.xml" Id="Red1c090c9800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27d41ac6049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78fec25e74b2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c14f73e2d49ed" /><Relationship Type="http://schemas.openxmlformats.org/officeDocument/2006/relationships/slideLayout" Target="/ppt/slideLayouts/slideLayout1.xml" Id="Rfdf790d73a6a4773" /><Relationship Type="http://schemas.openxmlformats.org/officeDocument/2006/relationships/slideLayout" Target="/ppt/slideLayouts/slideLayout2.xml" Id="Rc67ae63352674e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790d73a6a4773"/>
    <p:sldLayoutId xmlns:r="http://schemas.openxmlformats.org/officeDocument/2006/relationships" id="2147483650" r:id="Rc67ae63352674e9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10eaec3f845b5" /><Relationship Type="http://schemas.openxmlformats.org/officeDocument/2006/relationships/image" Target="/ppt/media/image.png" Id="Rc6a85a17d542497a" /><Relationship Type="http://schemas.openxmlformats.org/officeDocument/2006/relationships/image" Target="/ppt/media/image2.png" Id="R6e6bc64dbc494208" /><Relationship Type="http://schemas.openxmlformats.org/officeDocument/2006/relationships/notesSlide" Target="/ppt/notesSlides/notesSlide1.xml" Id="R3327e49c2eba4c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bb93b175874ba4" /><Relationship Type="http://schemas.openxmlformats.org/officeDocument/2006/relationships/image" Target="/ppt/media/image2.png" Id="R190c2b402b6a435a" /><Relationship Type="http://schemas.openxmlformats.org/officeDocument/2006/relationships/notesSlide" Target="/ppt/notesSlides/notesSlide2.xml" Id="Ra296d07c52f7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d91388a9b6422b" /><Relationship Type="http://schemas.openxmlformats.org/officeDocument/2006/relationships/image" Target="/ppt/media/image2.png" Id="Rb7c8e20d9aef46f8" /><Relationship Type="http://schemas.openxmlformats.org/officeDocument/2006/relationships/notesSlide" Target="/ppt/notesSlides/notesSlide3.xml" Id="R4f903e912552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06e2d610347a2" /><Relationship Type="http://schemas.openxmlformats.org/officeDocument/2006/relationships/image" Target="/ppt/media/image2.png" Id="R20c3fd48d15a4d4e" /><Relationship Type="http://schemas.openxmlformats.org/officeDocument/2006/relationships/notesSlide" Target="/ppt/notesSlides/notesSlide4.xml" Id="Rfdafc89cb22d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68a076efa4779" /><Relationship Type="http://schemas.openxmlformats.org/officeDocument/2006/relationships/image" Target="/ppt/media/image2.png" Id="R0673b0974ce04e09" /><Relationship Type="http://schemas.openxmlformats.org/officeDocument/2006/relationships/notesSlide" Target="/ppt/notesSlides/notesSlide5.xml" Id="R5e0d7109eaa045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90be6ae9643ff" /><Relationship Type="http://schemas.openxmlformats.org/officeDocument/2006/relationships/image" Target="/ppt/media/image2.png" Id="R248d562ea4e54e61" /><Relationship Type="http://schemas.openxmlformats.org/officeDocument/2006/relationships/notesSlide" Target="/ppt/notesSlides/notesSlide6.xml" Id="R4a92529c548a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442240b8f4a16" /><Relationship Type="http://schemas.openxmlformats.org/officeDocument/2006/relationships/image" Target="/ppt/media/image2.png" Id="Ra8868fd77a0549d5" /><Relationship Type="http://schemas.openxmlformats.org/officeDocument/2006/relationships/notesSlide" Target="/ppt/notesSlides/notesSlide7.xml" Id="R6f52dda2a2a4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0fddd262b49c8" /><Relationship Type="http://schemas.openxmlformats.org/officeDocument/2006/relationships/image" Target="/ppt/media/image2.png" Id="R44f2f5db34e44705" /><Relationship Type="http://schemas.openxmlformats.org/officeDocument/2006/relationships/notesSlide" Target="/ppt/notesSlides/notesSlide8.xml" Id="R9531b446b2d746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cea661efe41a4" /><Relationship Type="http://schemas.openxmlformats.org/officeDocument/2006/relationships/image" Target="/ppt/media/image2.png" Id="R4d5bffe9be384ba5" /><Relationship Type="http://schemas.openxmlformats.org/officeDocument/2006/relationships/notesSlide" Target="/ppt/notesSlides/notesSlide9.xml" Id="R73121731c0c44b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1e3cabb764a01" /><Relationship Type="http://schemas.openxmlformats.org/officeDocument/2006/relationships/image" Target="/ppt/media/image2.png" Id="Rbfcf89212c6f433b" /><Relationship Type="http://schemas.openxmlformats.org/officeDocument/2006/relationships/notesSlide" Target="/ppt/notesSlides/notesSlide10.xml" Id="R0425973af58941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c9ad367094ca1" /><Relationship Type="http://schemas.openxmlformats.org/officeDocument/2006/relationships/image" Target="/ppt/media/image2.png" Id="R7462ac20f2604d6a" /><Relationship Type="http://schemas.openxmlformats.org/officeDocument/2006/relationships/notesSlide" Target="/ppt/notesSlides/notesSlide11.xml" Id="R5681fb2e385648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8f2605f7fa40f2" /><Relationship Type="http://schemas.openxmlformats.org/officeDocument/2006/relationships/image" Target="/ppt/media/image2.png" Id="R3f91aa83b4ae47f5" /><Relationship Type="http://schemas.openxmlformats.org/officeDocument/2006/relationships/notesSlide" Target="/ppt/notesSlides/notesSlide12.xml" Id="Re9e551b8bdc0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94b152f6c4322" /><Relationship Type="http://schemas.openxmlformats.org/officeDocument/2006/relationships/image" Target="/ppt/media/image2.png" Id="R71192ae20a444c5e" /><Relationship Type="http://schemas.openxmlformats.org/officeDocument/2006/relationships/notesSlide" Target="/ppt/notesSlides/notesSlide13.xml" Id="Rb4c7c2b7c0514a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c0c0404a7494a" /><Relationship Type="http://schemas.openxmlformats.org/officeDocument/2006/relationships/image" Target="/ppt/media/image2.png" Id="Re63b537751214610" /><Relationship Type="http://schemas.openxmlformats.org/officeDocument/2006/relationships/notesSlide" Target="/ppt/notesSlides/notesSlide14.xml" Id="R834f8f91ea5042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b467067294ae3" /><Relationship Type="http://schemas.openxmlformats.org/officeDocument/2006/relationships/image" Target="/ppt/media/image2.png" Id="Ra731e67590dc4e29" /><Relationship Type="http://schemas.openxmlformats.org/officeDocument/2006/relationships/notesSlide" Target="/ppt/notesSlides/notesSlide15.xml" Id="R68820cd38d3e46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c9ae5daaa4aec" /><Relationship Type="http://schemas.openxmlformats.org/officeDocument/2006/relationships/image" Target="/ppt/media/image2.png" Id="Rc2287569cad34c23" /><Relationship Type="http://schemas.openxmlformats.org/officeDocument/2006/relationships/notesSlide" Target="/ppt/notesSlides/notesSlide16.xml" Id="R63ad3a84738648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f671ff5644517" /><Relationship Type="http://schemas.openxmlformats.org/officeDocument/2006/relationships/image" Target="/ppt/media/image2.png" Id="R6cba420568974130" /><Relationship Type="http://schemas.openxmlformats.org/officeDocument/2006/relationships/notesSlide" Target="/ppt/notesSlides/notesSlide17.xml" Id="R679352cd4d854e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92fa231024451" /><Relationship Type="http://schemas.openxmlformats.org/officeDocument/2006/relationships/image" Target="/ppt/media/image2.png" Id="Rac2f3f4b86f34b60" /><Relationship Type="http://schemas.openxmlformats.org/officeDocument/2006/relationships/notesSlide" Target="/ppt/notesSlides/notesSlide18.xml" Id="R5b1994ffc48d40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a6326c3cf46bf" /><Relationship Type="http://schemas.openxmlformats.org/officeDocument/2006/relationships/image" Target="/ppt/media/image2.png" Id="Rad1dbfe5972b4980" /><Relationship Type="http://schemas.openxmlformats.org/officeDocument/2006/relationships/notesSlide" Target="/ppt/notesSlides/notesSlide19.xml" Id="R7434942cbd3c45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e1b91e41c471c" /><Relationship Type="http://schemas.openxmlformats.org/officeDocument/2006/relationships/image" Target="/ppt/media/image2.png" Id="Refcbd0d6c9794d3c" /><Relationship Type="http://schemas.openxmlformats.org/officeDocument/2006/relationships/notesSlide" Target="/ppt/notesSlides/notesSlide20.xml" Id="R0fa6fd195a4d44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f9afc5dbd04bb4" /><Relationship Type="http://schemas.openxmlformats.org/officeDocument/2006/relationships/image" Target="/ppt/media/image.png" Id="R995bdda6febb4c33" /><Relationship Type="http://schemas.openxmlformats.org/officeDocument/2006/relationships/image" Target="/ppt/media/image2.png" Id="Re7b95875d09649df" /><Relationship Type="http://schemas.openxmlformats.org/officeDocument/2006/relationships/notesSlide" Target="/ppt/notesSlides/notesSlide21.xml" Id="Rbe619b21ce97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85a17d54249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bc64dbc49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Model Linear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Generalisasi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Bertho Tantular,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2b402b6a43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Model Linear Generalisasi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817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Tujuan pembelajaran: setelah mempelajari bagian ini, mahasiswa diharapkan mampu menjelaskan konsep utama terkait perbedaan model linear klasik dan GLM, memilih struktur…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model linear generalisasi dan pendahuluan linear…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log-linear: konstruksi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8e20d9aef46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model linear generalisasi dan pendahuluan linear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log-linear: konstruksi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3fd48d15a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Model, Karakteristik Data, Data Cacah, Laju, Keluarga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Tabel Kontingensi, Tabel Kontingensi, Log-Linear, UTS: Proyek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Regresi Logistik, Regresi, Poisson dan, Zero-Inflated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Evaluasi, Workflow, Pengembangan, UAS: Komunikasi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3b0974ce04e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Model Linear Generalisasi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562ea4e5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8fd77a0549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 Model, Karakteristik Data, Data Cacah, Laju, Keluarga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Model Linear…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Data Kategori…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Data Cacah, Laju, dan Eksposur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Model Linear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Karakteristik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Cacah, Laju,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Keluarga Distribusi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Tabel Kontingensi Dua Arah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2f5db34e4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 Cacah, Laju, Keluarga, Tabel Kontingensi, Tabel Kontingensi, Log-Linear, UTS: Proyek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Data Cacah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Fokus: perbedaan count, rate…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Keluarga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Fokus: struktur teoretis yang…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Tabel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Fokus: asosiasi antar dua…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Tabel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Fokus: struktur asosiasi…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Log-Linear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7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Fokus: evaluasi model kontingensi…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Proyek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Fokus: sintesis awal antara desain…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(m_ij)=+_i X+ j^Y+ ij XY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(m_ijk)=+_i A+ j B+ k C+ ij^AB+ ik AC+ jk BC+ ijk ABC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bffe9be38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(m_ij)=+_i X+ j^Y+ ij XY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Tabel Kontingensi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SubCPMK2 Fokus…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Tabel Kontingensi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SubCPMK2 Fokus…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Log-Linear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SubCPMK2 Fokus…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Fokus…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Regresi Logistik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SubCPMK3 Fokus…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f89212c6f43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()=_0+ 1x i1++ px ip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2ac20f260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1aa83b4ae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92ae20a444c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Regresi Logistik, Regresi, Poisson dan, Zero-Inflated,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()=_0+ 1x i1++ px ip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51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Y_iPoisson(_i),Var(Y_i)= i;Var NB(Y_i)=_i+_i^2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AIC=-2()+2k,BIC=-2()+k(n)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Regresi Logistik Biner dan Odds Ratio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Regresi Multinomial dan Ordinal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Poisson dan Negative Binomial…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Zero-Inflated, Hurdle, dan Model Respons…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Evaluasi, Diagnostik, dan Seleksi Model…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b537751214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1e67590dc4e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Regresi Multinomial dan Ordinal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Poisson dan Negative Binomial…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Zero-Inflated, Hurdle, dan Model…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Evaluasi, Diagnostik, dan Seleksi…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Workflow Implementasi GLM dengan R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Pengembangan Solusi Inovatif Berbasis…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87569cad3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a42056897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f3f4b86f3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Poisson dan Negative…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Zero-Inflated, Hurdle, dan Model…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Evaluasi, Diagnostik, dan Seleksi…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Workflow Implementasi GLM dengan R…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Pengembangan Solusi Inovatif…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Komunikasi Ilmiah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dbfe5972b4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Model Linear…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Karakteristik Data…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Analisis Tabel…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 Pendahuluan…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Regresi Multinomial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Pengembangan Solusi…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bd0d6c9794d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Model Linear Generalisasi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konsekuensi…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konsekuensi substantif…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koefisien model dapat…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Bagaimana cara…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membedakan…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Apakah data…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data memiliki struktur…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Apakah…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kesimpulan tetap stabil…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bdda6febb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95875d096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Model Linear Generalisasi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Model Linear Generalisasi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2026-07-26T23:34:24.2730000Z</dcterms:created>
  <dcterms:modified xsi:type="dcterms:W3CDTF">2026-07-26T23:34:24.2730000Z</dcterms:modified>
</coreProperties>
</file>