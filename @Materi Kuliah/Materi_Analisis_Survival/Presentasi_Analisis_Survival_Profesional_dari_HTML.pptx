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7f9b2943274b15" /><Relationship Type="http://schemas.openxmlformats.org/officeDocument/2006/relationships/extended-properties" Target="/docProps/app.xml" Id="R01c4e8b008d4460e" /><Relationship Type="http://schemas.openxmlformats.org/officeDocument/2006/relationships/officeDocument" Target="/ppt/presentation.xml" Id="Rc1a67405f967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59cf48ac2a4f67"/>
  </p:sldMasterIdLst>
  <p:notesMasterIdLst>
    <p:notesMasterId xmlns:r="http://schemas.openxmlformats.org/officeDocument/2006/relationships" r:id="R993a6946db804ff8"/>
  </p:notesMasterIdLst>
  <p:sldIdLst>
    <p:sldId xmlns:r="http://schemas.openxmlformats.org/officeDocument/2006/relationships" id="256" r:id="Rbdc18260e6c749a5"/>
    <p:sldId xmlns:r="http://schemas.openxmlformats.org/officeDocument/2006/relationships" id="257" r:id="R02f2264f33db4b28"/>
    <p:sldId xmlns:r="http://schemas.openxmlformats.org/officeDocument/2006/relationships" id="258" r:id="R9da01ba8b24145af"/>
    <p:sldId xmlns:r="http://schemas.openxmlformats.org/officeDocument/2006/relationships" id="259" r:id="R8739303098394fb6"/>
    <p:sldId xmlns:r="http://schemas.openxmlformats.org/officeDocument/2006/relationships" id="260" r:id="R9ab0bd38230a47bb"/>
    <p:sldId xmlns:r="http://schemas.openxmlformats.org/officeDocument/2006/relationships" id="261" r:id="R9cec0ad784374d71"/>
    <p:sldId xmlns:r="http://schemas.openxmlformats.org/officeDocument/2006/relationships" id="262" r:id="R049e6326dc9d4ab0"/>
    <p:sldId xmlns:r="http://schemas.openxmlformats.org/officeDocument/2006/relationships" id="263" r:id="R6ddf603ec9bf4338"/>
    <p:sldId xmlns:r="http://schemas.openxmlformats.org/officeDocument/2006/relationships" id="264" r:id="Ree8f95461ed34604"/>
    <p:sldId xmlns:r="http://schemas.openxmlformats.org/officeDocument/2006/relationships" id="265" r:id="R610c5f802498442a"/>
    <p:sldId xmlns:r="http://schemas.openxmlformats.org/officeDocument/2006/relationships" id="266" r:id="R35b73f3832b14bd7"/>
    <p:sldId xmlns:r="http://schemas.openxmlformats.org/officeDocument/2006/relationships" id="267" r:id="Ra54ef05a0142451b"/>
    <p:sldId xmlns:r="http://schemas.openxmlformats.org/officeDocument/2006/relationships" id="268" r:id="Rc3582c2517da4f10"/>
    <p:sldId xmlns:r="http://schemas.openxmlformats.org/officeDocument/2006/relationships" id="269" r:id="Re37187c570f64fc5"/>
    <p:sldId xmlns:r="http://schemas.openxmlformats.org/officeDocument/2006/relationships" id="270" r:id="R8d1329a7ce324a1a"/>
    <p:sldId xmlns:r="http://schemas.openxmlformats.org/officeDocument/2006/relationships" id="271" r:id="Rc6443de368e4437e"/>
    <p:sldId xmlns:r="http://schemas.openxmlformats.org/officeDocument/2006/relationships" id="272" r:id="R583d9c3ba5a04751"/>
    <p:sldId xmlns:r="http://schemas.openxmlformats.org/officeDocument/2006/relationships" id="273" r:id="Rd8335127524e4aec"/>
    <p:sldId xmlns:r="http://schemas.openxmlformats.org/officeDocument/2006/relationships" id="274" r:id="Re55e0092160442d6"/>
    <p:sldId xmlns:r="http://schemas.openxmlformats.org/officeDocument/2006/relationships" id="275" r:id="R65ed06ac76e740f8"/>
    <p:sldId xmlns:r="http://schemas.openxmlformats.org/officeDocument/2006/relationships" id="276" r:id="Rd3d3613d4133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f1cbcd8df45c2" /><Relationship Type="http://schemas.openxmlformats.org/officeDocument/2006/relationships/slideMaster" Target="/ppt/slideMasters/slideMaster1.xml" Id="R8259cf48ac2a4f67" /><Relationship Type="http://schemas.openxmlformats.org/officeDocument/2006/relationships/notesMaster" Target="/ppt/notesMasters/notesMaster1.xml" Id="R993a6946db804ff8" /><Relationship Type="http://schemas.openxmlformats.org/officeDocument/2006/relationships/presProps" Target="/ppt/presProps.xml" Id="R378de3ce5f7f4b0a" /><Relationship Type="http://schemas.openxmlformats.org/officeDocument/2006/relationships/tableStyles" Target="/ppt/tableStyles.xml" Id="Rff68acd07ab84431" /><Relationship Type="http://schemas.openxmlformats.org/officeDocument/2006/relationships/slide" Target="/ppt/slides/slide1.xml" Id="Rbdc18260e6c749a5" /><Relationship Type="http://schemas.openxmlformats.org/officeDocument/2006/relationships/slide" Target="/ppt/slides/slide2.xml" Id="R02f2264f33db4b28" /><Relationship Type="http://schemas.openxmlformats.org/officeDocument/2006/relationships/slide" Target="/ppt/slides/slide3.xml" Id="R9da01ba8b24145af" /><Relationship Type="http://schemas.openxmlformats.org/officeDocument/2006/relationships/slide" Target="/ppt/slides/slide4.xml" Id="R8739303098394fb6" /><Relationship Type="http://schemas.openxmlformats.org/officeDocument/2006/relationships/slide" Target="/ppt/slides/slide5.xml" Id="R9ab0bd38230a47bb" /><Relationship Type="http://schemas.openxmlformats.org/officeDocument/2006/relationships/slide" Target="/ppt/slides/slide6.xml" Id="R9cec0ad784374d71" /><Relationship Type="http://schemas.openxmlformats.org/officeDocument/2006/relationships/slide" Target="/ppt/slides/slide7.xml" Id="R049e6326dc9d4ab0" /><Relationship Type="http://schemas.openxmlformats.org/officeDocument/2006/relationships/slide" Target="/ppt/slides/slide8.xml" Id="R6ddf603ec9bf4338" /><Relationship Type="http://schemas.openxmlformats.org/officeDocument/2006/relationships/slide" Target="/ppt/slides/slide9.xml" Id="Ree8f95461ed34604" /><Relationship Type="http://schemas.openxmlformats.org/officeDocument/2006/relationships/slide" Target="/ppt/slides/slide10.xml" Id="R610c5f802498442a" /><Relationship Type="http://schemas.openxmlformats.org/officeDocument/2006/relationships/slide" Target="/ppt/slides/slide11.xml" Id="R35b73f3832b14bd7" /><Relationship Type="http://schemas.openxmlformats.org/officeDocument/2006/relationships/slide" Target="/ppt/slides/slide12.xml" Id="Ra54ef05a0142451b" /><Relationship Type="http://schemas.openxmlformats.org/officeDocument/2006/relationships/slide" Target="/ppt/slides/slide13.xml" Id="Rc3582c2517da4f10" /><Relationship Type="http://schemas.openxmlformats.org/officeDocument/2006/relationships/slide" Target="/ppt/slides/slide14.xml" Id="Re37187c570f64fc5" /><Relationship Type="http://schemas.openxmlformats.org/officeDocument/2006/relationships/slide" Target="/ppt/slides/slide15.xml" Id="R8d1329a7ce324a1a" /><Relationship Type="http://schemas.openxmlformats.org/officeDocument/2006/relationships/slide" Target="/ppt/slides/slide16.xml" Id="Rc6443de368e4437e" /><Relationship Type="http://schemas.openxmlformats.org/officeDocument/2006/relationships/slide" Target="/ppt/slides/slide17.xml" Id="R583d9c3ba5a04751" /><Relationship Type="http://schemas.openxmlformats.org/officeDocument/2006/relationships/slide" Target="/ppt/slides/slide18.xml" Id="Rd8335127524e4aec" /><Relationship Type="http://schemas.openxmlformats.org/officeDocument/2006/relationships/slide" Target="/ppt/slides/slide19.xml" Id="Re55e0092160442d6" /><Relationship Type="http://schemas.openxmlformats.org/officeDocument/2006/relationships/slide" Target="/ppt/slides/slide20.xml" Id="R65ed06ac76e740f8" /><Relationship Type="http://schemas.openxmlformats.org/officeDocument/2006/relationships/slide" Target="/ppt/slides/slide21.xml" Id="Rd3d3613d4133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00ff43b2b146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c4fde31426466e" /><Relationship Type="http://schemas.openxmlformats.org/officeDocument/2006/relationships/notesMaster" Target="/ppt/notesMasters/notesMaster1.xml" Id="R47f192d2e46349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81d6f7dbc94eba" /><Relationship Type="http://schemas.openxmlformats.org/officeDocument/2006/relationships/notesMaster" Target="/ppt/notesMasters/notesMaster1.xml" Id="Re27d0df24005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4a7d4c4c0043f8" /><Relationship Type="http://schemas.openxmlformats.org/officeDocument/2006/relationships/notesMaster" Target="/ppt/notesMasters/notesMaster1.xml" Id="R19c72fddcb554e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890b4310f7427a" /><Relationship Type="http://schemas.openxmlformats.org/officeDocument/2006/relationships/notesMaster" Target="/ppt/notesMasters/notesMaster1.xml" Id="R3447b5ae9e3548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ed872c33a54c4d" /><Relationship Type="http://schemas.openxmlformats.org/officeDocument/2006/relationships/notesMaster" Target="/ppt/notesMasters/notesMaster1.xml" Id="Rb68925f4a0dd44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addac50e7047b0" /><Relationship Type="http://schemas.openxmlformats.org/officeDocument/2006/relationships/notesMaster" Target="/ppt/notesMasters/notesMaster1.xml" Id="R274902c2bb8540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4b0197b3dd438d" /><Relationship Type="http://schemas.openxmlformats.org/officeDocument/2006/relationships/notesMaster" Target="/ppt/notesMasters/notesMaster1.xml" Id="R77ac0f91cee6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186d16d80d4c23" /><Relationship Type="http://schemas.openxmlformats.org/officeDocument/2006/relationships/notesMaster" Target="/ppt/notesMasters/notesMaster1.xml" Id="R8b7ac7573eca4a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7618a768644f21" /><Relationship Type="http://schemas.openxmlformats.org/officeDocument/2006/relationships/notesMaster" Target="/ppt/notesMasters/notesMaster1.xml" Id="R06c14a11263847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41b7ac6e7f4963" /><Relationship Type="http://schemas.openxmlformats.org/officeDocument/2006/relationships/notesMaster" Target="/ppt/notesMasters/notesMaster1.xml" Id="R8f4bfa3471b84a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7294facd3f4983" /><Relationship Type="http://schemas.openxmlformats.org/officeDocument/2006/relationships/notesMaster" Target="/ppt/notesMasters/notesMaster1.xml" Id="R54aa9831c28d43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974471ea684f68" /><Relationship Type="http://schemas.openxmlformats.org/officeDocument/2006/relationships/notesMaster" Target="/ppt/notesMasters/notesMaster1.xml" Id="R90a992498b4240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d5ec99947d4d62" /><Relationship Type="http://schemas.openxmlformats.org/officeDocument/2006/relationships/notesMaster" Target="/ppt/notesMasters/notesMaster1.xml" Id="R85b1dd42f2d144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5b8b66e77c4618" /><Relationship Type="http://schemas.openxmlformats.org/officeDocument/2006/relationships/notesMaster" Target="/ppt/notesMasters/notesMaster1.xml" Id="R60cea90e6acd45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35eb426bf04ff5" /><Relationship Type="http://schemas.openxmlformats.org/officeDocument/2006/relationships/notesMaster" Target="/ppt/notesMasters/notesMaster1.xml" Id="Re9228633443342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2f082d1e834ccd" /><Relationship Type="http://schemas.openxmlformats.org/officeDocument/2006/relationships/notesMaster" Target="/ppt/notesMasters/notesMaster1.xml" Id="Rf173b89931e141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a01f9fcf214718" /><Relationship Type="http://schemas.openxmlformats.org/officeDocument/2006/relationships/notesMaster" Target="/ppt/notesMasters/notesMaster1.xml" Id="Rfd54d156f10946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32b996ce574cb7" /><Relationship Type="http://schemas.openxmlformats.org/officeDocument/2006/relationships/notesMaster" Target="/ppt/notesMasters/notesMaster1.xml" Id="Redc3d17e1a5d44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1323ee89564341" /><Relationship Type="http://schemas.openxmlformats.org/officeDocument/2006/relationships/notesMaster" Target="/ppt/notesMasters/notesMaster1.xml" Id="Rf254895cfecb4e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8858a222754bc9" /><Relationship Type="http://schemas.openxmlformats.org/officeDocument/2006/relationships/notesMaster" Target="/ppt/notesMasters/notesMaster1.xml" Id="Rb217bd1f0e234b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2fdf4c76c6480d" /><Relationship Type="http://schemas.openxmlformats.org/officeDocument/2006/relationships/notesMaster" Target="/ppt/notesMasters/notesMaster1.xml" Id="R0fdddd6688fa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7b5a306c847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fd5920a9f4da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201cf8d10b47f5" /><Relationship Type="http://schemas.openxmlformats.org/officeDocument/2006/relationships/slideLayout" Target="/ppt/slideLayouts/slideLayout1.xml" Id="R2947f9a857c34231" /><Relationship Type="http://schemas.openxmlformats.org/officeDocument/2006/relationships/slideLayout" Target="/ppt/slideLayouts/slideLayout2.xml" Id="Ra92d84f482454d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47f9a857c34231"/>
    <p:sldLayoutId xmlns:r="http://schemas.openxmlformats.org/officeDocument/2006/relationships" id="2147483650" r:id="Ra92d84f482454d6c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739ea8b8843bf" /><Relationship Type="http://schemas.openxmlformats.org/officeDocument/2006/relationships/image" Target="/ppt/media/image.png" Id="R524443928aa54c5b" /><Relationship Type="http://schemas.openxmlformats.org/officeDocument/2006/relationships/image" Target="/ppt/media/image2.png" Id="Rc56ac228b7494823" /><Relationship Type="http://schemas.openxmlformats.org/officeDocument/2006/relationships/notesSlide" Target="/ppt/notesSlides/notesSlide1.xml" Id="Rd56f8b6c6268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a02a8fcc64fbe" /><Relationship Type="http://schemas.openxmlformats.org/officeDocument/2006/relationships/image" Target="/ppt/media/image2.png" Id="R3bdc5ec3fcf24ec2" /><Relationship Type="http://schemas.openxmlformats.org/officeDocument/2006/relationships/notesSlide" Target="/ppt/notesSlides/notesSlide2.xml" Id="Ra3815d73bdd043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301f5f6734119" /><Relationship Type="http://schemas.openxmlformats.org/officeDocument/2006/relationships/image" Target="/ppt/media/image2.png" Id="R21db7a1033da440f" /><Relationship Type="http://schemas.openxmlformats.org/officeDocument/2006/relationships/notesSlide" Target="/ppt/notesSlides/notesSlide3.xml" Id="R5b1e7522496a45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6381722b634331" /><Relationship Type="http://schemas.openxmlformats.org/officeDocument/2006/relationships/image" Target="/ppt/media/image2.png" Id="Rf4b2d465385b44c6" /><Relationship Type="http://schemas.openxmlformats.org/officeDocument/2006/relationships/notesSlide" Target="/ppt/notesSlides/notesSlide4.xml" Id="R20516f21fc674d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1b9b8106ad4e00" /><Relationship Type="http://schemas.openxmlformats.org/officeDocument/2006/relationships/image" Target="/ppt/media/image2.png" Id="R18de15a2a7a742ac" /><Relationship Type="http://schemas.openxmlformats.org/officeDocument/2006/relationships/notesSlide" Target="/ppt/notesSlides/notesSlide5.xml" Id="Ra5b41f4d05e640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4007265886426b" /><Relationship Type="http://schemas.openxmlformats.org/officeDocument/2006/relationships/image" Target="/ppt/media/image2.png" Id="Rb98c7876a5884bd7" /><Relationship Type="http://schemas.openxmlformats.org/officeDocument/2006/relationships/notesSlide" Target="/ppt/notesSlides/notesSlide6.xml" Id="Raa37fe2f38eb48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35ca50b2a4b5a" /><Relationship Type="http://schemas.openxmlformats.org/officeDocument/2006/relationships/image" Target="/ppt/media/image2.png" Id="R51e85e51d4b24436" /><Relationship Type="http://schemas.openxmlformats.org/officeDocument/2006/relationships/notesSlide" Target="/ppt/notesSlides/notesSlide7.xml" Id="R305924738ef74f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708fd47f84d7f" /><Relationship Type="http://schemas.openxmlformats.org/officeDocument/2006/relationships/image" Target="/ppt/media/image2.png" Id="Rd970ff4eef784dd4" /><Relationship Type="http://schemas.openxmlformats.org/officeDocument/2006/relationships/notesSlide" Target="/ppt/notesSlides/notesSlide8.xml" Id="R82fae3aebeaa49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8586c4b28f4e87" /><Relationship Type="http://schemas.openxmlformats.org/officeDocument/2006/relationships/image" Target="/ppt/media/image2.png" Id="R71f33449c9ab4729" /><Relationship Type="http://schemas.openxmlformats.org/officeDocument/2006/relationships/notesSlide" Target="/ppt/notesSlides/notesSlide9.xml" Id="R6f1f780e833e40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8c17fb39cc485d" /><Relationship Type="http://schemas.openxmlformats.org/officeDocument/2006/relationships/image" Target="/ppt/media/image2.png" Id="R553aabdc60574156" /><Relationship Type="http://schemas.openxmlformats.org/officeDocument/2006/relationships/notesSlide" Target="/ppt/notesSlides/notesSlide10.xml" Id="Ra449ce61f1ab4c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90747328324108" /><Relationship Type="http://schemas.openxmlformats.org/officeDocument/2006/relationships/image" Target="/ppt/media/image2.png" Id="R43e14f87533043b7" /><Relationship Type="http://schemas.openxmlformats.org/officeDocument/2006/relationships/notesSlide" Target="/ppt/notesSlides/notesSlide11.xml" Id="R8e4a0aae98594b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9ea3465aaf4a32" /><Relationship Type="http://schemas.openxmlformats.org/officeDocument/2006/relationships/image" Target="/ppt/media/image2.png" Id="Rf1549a0d09c64299" /><Relationship Type="http://schemas.openxmlformats.org/officeDocument/2006/relationships/notesSlide" Target="/ppt/notesSlides/notesSlide12.xml" Id="Rb117780f69e042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cbe4c72a4b4732" /><Relationship Type="http://schemas.openxmlformats.org/officeDocument/2006/relationships/image" Target="/ppt/media/image2.png" Id="R3d3f1a60fa514e40" /><Relationship Type="http://schemas.openxmlformats.org/officeDocument/2006/relationships/notesSlide" Target="/ppt/notesSlides/notesSlide13.xml" Id="Ref90a9539f464f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e4828cd8844b04" /><Relationship Type="http://schemas.openxmlformats.org/officeDocument/2006/relationships/image" Target="/ppt/media/image2.png" Id="R2514eb7a0f1e4a2f" /><Relationship Type="http://schemas.openxmlformats.org/officeDocument/2006/relationships/notesSlide" Target="/ppt/notesSlides/notesSlide14.xml" Id="R5be31f2da4f745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56425b83148d2" /><Relationship Type="http://schemas.openxmlformats.org/officeDocument/2006/relationships/image" Target="/ppt/media/image2.png" Id="R9e21bc8867d34dad" /><Relationship Type="http://schemas.openxmlformats.org/officeDocument/2006/relationships/notesSlide" Target="/ppt/notesSlides/notesSlide15.xml" Id="Rcccc7f5edb024d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fb01d5d30848bd" /><Relationship Type="http://schemas.openxmlformats.org/officeDocument/2006/relationships/image" Target="/ppt/media/image2.png" Id="R0b3f5c9fe4284840" /><Relationship Type="http://schemas.openxmlformats.org/officeDocument/2006/relationships/notesSlide" Target="/ppt/notesSlides/notesSlide16.xml" Id="Rfbb319fab92c45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1e8838e9d54e70" /><Relationship Type="http://schemas.openxmlformats.org/officeDocument/2006/relationships/image" Target="/ppt/media/image2.png" Id="R2b40109f666d4f2d" /><Relationship Type="http://schemas.openxmlformats.org/officeDocument/2006/relationships/notesSlide" Target="/ppt/notesSlides/notesSlide17.xml" Id="Ref517e0b6e074d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a5e358db794c33" /><Relationship Type="http://schemas.openxmlformats.org/officeDocument/2006/relationships/image" Target="/ppt/media/image2.png" Id="Ra0f8dfcd679f486a" /><Relationship Type="http://schemas.openxmlformats.org/officeDocument/2006/relationships/notesSlide" Target="/ppt/notesSlides/notesSlide18.xml" Id="R934f4f4f861347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0442d6e10f4b42" /><Relationship Type="http://schemas.openxmlformats.org/officeDocument/2006/relationships/image" Target="/ppt/media/image2.png" Id="Rfc7918e9725b41ef" /><Relationship Type="http://schemas.openxmlformats.org/officeDocument/2006/relationships/notesSlide" Target="/ppt/notesSlides/notesSlide19.xml" Id="R8a0a9b79d1fa41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68994038045ef" /><Relationship Type="http://schemas.openxmlformats.org/officeDocument/2006/relationships/image" Target="/ppt/media/image2.png" Id="R03b6a0ca43684359" /><Relationship Type="http://schemas.openxmlformats.org/officeDocument/2006/relationships/notesSlide" Target="/ppt/notesSlides/notesSlide20.xml" Id="R321da33b405c43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311d069414915" /><Relationship Type="http://schemas.openxmlformats.org/officeDocument/2006/relationships/image" Target="/ppt/media/image.png" Id="Rfe9807fc674844fc" /><Relationship Type="http://schemas.openxmlformats.org/officeDocument/2006/relationships/image" Target="/ppt/media/image2.png" Id="R6d055898fc02498d" /><Relationship Type="http://schemas.openxmlformats.org/officeDocument/2006/relationships/notesSlide" Target="/ppt/notesSlides/notesSlide21.xml" Id="Rc945c40c25424d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443928aa5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ac228b749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Survival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Lienda Noviyanti, M.S.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c5ec3fcf24e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Analisis Survival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17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Materi ini disusun sebagai bahan ajar komprehensif untuk mata kuliah Analisis Survival pada Program Studi S2 Statistika Terapan, Fakultas Matematika dan Ilmu Pengetahuan…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survival dan pendahuluan survival…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estimasi survival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Klinis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Aktuaria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Reliabilitas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Demografi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b7a1033da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survival dan pendahuluan survival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estimasi survival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2d465385b44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Pendahuluan, Struktur Data, Interpolasi Usia, Desain Studi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Distribusi Waktu, Data Survival, Estimasi Survival, Single Decrement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Survival, Cox Proportional, Metode Estimasi, Data Survival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Survival, Multistate Models, Survival pada, Pengembangan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e15a2a7a742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Analisis Survival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c7876a5884b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85e51d4b24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Pendahuluan, Struktur Data, Interpolasi Usia, Desain Studi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Analisis Survival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Struktur Data Survival dan Tabel…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Interpolasi Usia dalam Life Table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Analisis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Struktur Data Survival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Interpolasi Usia dalam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Desain Studi Survival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Distribusi Waktu Kegagalan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0ff4eef784d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Interpolasi Usia, Desain Studi, Distribusi Waktu, Data Survival, Estimasi Survival, Single…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66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Interpolasi Usia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Pertemuan 1–3: metode interpolasi…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Desain Studi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Pertemuan awal: desain cohort…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540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Distribusi Waktu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Pertemuan 1–3 dan 9–12: distribusi…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Survival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Pertemuan 4–7: right, left, interval…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Estimasi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Pertemuan 4–7: Kaplan-Meier…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Single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Pertemuan 4–7 dan 12: single/double…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waktu survival= tanggal event atau sensor-tanggal awal observasi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L_i=(t_i)\^_i(t_i)\^1-_i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33449c9ab4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h(t)=(f(t))/(S(t)), f(t)=-(dS(t))/(dt)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Distribusi Waktu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RPS Pertemuan 1–3…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Data Survival Tidak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RPS Pertemuan 4–7…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Estimasi Survival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RPS Pertemuan 4–7…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Single Decrement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RPS Pertemuan 4–7…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Survival Parametrik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RPS Pertemuan…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aabdc6057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F_k(t)=P(T t, J=k)=∫_0^t S(u^-)\,h_k(u)\,du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14f87533043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49a0d09c64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f1a60fa514e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Survival, Cox Proportional, Metode Estimasi, Data Survival, Survival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S(t x)=S_0(-x^β)\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workflow= QCarrow estimasiarrow…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h_ij(t x_ij,u_i)=u_i h_0(t)(x_ij^β)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 Survival Parametrik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Model Cox Proportional Hazards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Estimasi: MLE, Partial…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Analisis Data Survival dengan R dan…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Survival Multivariat, Frailty, dan…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4eb7a0f1e4a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1bc8867d34d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 Cox Proportional Hazards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Estimasi: MLE, Partial…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Analisis Data Survival dengan R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Survival Multivariat, Frailty, dan…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Multistate Models dan Proses Transisi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Aplikasi Survival pada Biostatistika…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f5c9fe42848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0109f666d4f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8dfcd679f48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Metode Estimasi: MLE, Partial…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Analisis Data Survival dengan R…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Survival Multivariat, Frailty, dan…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Multistate Models dan Proses…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Aplikasi Survival pada…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Pengembangan Algoritma dan Inovasi…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918e9725b41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Analisis…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 Survival…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Distribusi Waktu Kegagalan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Single Decrement, Double…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Model Cox Proportional…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Aplikasi Survival pada…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6a0ca4368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Survival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Apakah waktu…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waktu awal observasi…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Apakah tipe…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tipe sensor sudah…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Apakah jumlah…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jumlah subjek berisiko…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Apakah asumsi…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asumsi model telah…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Apakah hasil…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hasil diterjemahkan ke…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807fc674844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55898fc0249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Analisis Survival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Analisis Survival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2026-07-26T23:34:15.5640000Z</dcterms:created>
  <dcterms:modified xsi:type="dcterms:W3CDTF">2026-07-26T23:34:15.5640000Z</dcterms:modified>
</coreProperties>
</file>