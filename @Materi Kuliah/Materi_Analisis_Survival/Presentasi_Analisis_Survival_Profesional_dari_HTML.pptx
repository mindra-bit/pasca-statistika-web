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ad1e577c784469" /><Relationship Type="http://schemas.openxmlformats.org/officeDocument/2006/relationships/extended-properties" Target="/docProps/app.xml" Id="R492322c91c4f49b5" /><Relationship Type="http://schemas.openxmlformats.org/officeDocument/2006/relationships/officeDocument" Target="/ppt/presentation.xml" Id="Rf9aec18c222c45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0e8a3d8cfa4fe7"/>
  </p:sldMasterIdLst>
  <p:notesMasterIdLst>
    <p:notesMasterId xmlns:r="http://schemas.openxmlformats.org/officeDocument/2006/relationships" r:id="R144389ce16bf4800"/>
  </p:notesMasterIdLst>
  <p:sldIdLst>
    <p:sldId xmlns:r="http://schemas.openxmlformats.org/officeDocument/2006/relationships" id="256" r:id="R64467d56a52d42d4"/>
    <p:sldId xmlns:r="http://schemas.openxmlformats.org/officeDocument/2006/relationships" id="257" r:id="R6d6ecc6eff004a3e"/>
    <p:sldId xmlns:r="http://schemas.openxmlformats.org/officeDocument/2006/relationships" id="258" r:id="R28c2172dfd704297"/>
    <p:sldId xmlns:r="http://schemas.openxmlformats.org/officeDocument/2006/relationships" id="259" r:id="R6dfca65b58f44d1c"/>
    <p:sldId xmlns:r="http://schemas.openxmlformats.org/officeDocument/2006/relationships" id="260" r:id="R6ddfbe75697a4460"/>
    <p:sldId xmlns:r="http://schemas.openxmlformats.org/officeDocument/2006/relationships" id="261" r:id="R502d89c063a845fd"/>
    <p:sldId xmlns:r="http://schemas.openxmlformats.org/officeDocument/2006/relationships" id="262" r:id="R8610337c2f2c4ffb"/>
    <p:sldId xmlns:r="http://schemas.openxmlformats.org/officeDocument/2006/relationships" id="263" r:id="R3ffca017fb494638"/>
    <p:sldId xmlns:r="http://schemas.openxmlformats.org/officeDocument/2006/relationships" id="264" r:id="Rafe406b1ae5a4f8a"/>
    <p:sldId xmlns:r="http://schemas.openxmlformats.org/officeDocument/2006/relationships" id="265" r:id="R26b5cdc8ff434fe4"/>
    <p:sldId xmlns:r="http://schemas.openxmlformats.org/officeDocument/2006/relationships" id="266" r:id="Rc7dfe950addc42c5"/>
    <p:sldId xmlns:r="http://schemas.openxmlformats.org/officeDocument/2006/relationships" id="267" r:id="R528ba9398ed64eef"/>
    <p:sldId xmlns:r="http://schemas.openxmlformats.org/officeDocument/2006/relationships" id="268" r:id="R07b27c1fbfc14dd5"/>
    <p:sldId xmlns:r="http://schemas.openxmlformats.org/officeDocument/2006/relationships" id="269" r:id="Ra5b62fcac88e48c3"/>
    <p:sldId xmlns:r="http://schemas.openxmlformats.org/officeDocument/2006/relationships" id="270" r:id="R1987b6512762433e"/>
    <p:sldId xmlns:r="http://schemas.openxmlformats.org/officeDocument/2006/relationships" id="271" r:id="R0fcc328d45074e1b"/>
    <p:sldId xmlns:r="http://schemas.openxmlformats.org/officeDocument/2006/relationships" id="272" r:id="R2bee8a3f039540a3"/>
    <p:sldId xmlns:r="http://schemas.openxmlformats.org/officeDocument/2006/relationships" id="273" r:id="R28361885c8314ef8"/>
    <p:sldId xmlns:r="http://schemas.openxmlformats.org/officeDocument/2006/relationships" id="274" r:id="R3769e5a7cb64432b"/>
    <p:sldId xmlns:r="http://schemas.openxmlformats.org/officeDocument/2006/relationships" id="275" r:id="Rd6a1590530044434"/>
    <p:sldId xmlns:r="http://schemas.openxmlformats.org/officeDocument/2006/relationships" id="276" r:id="R5da8e2386ce64b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7d0adf02054ff2" /><Relationship Type="http://schemas.openxmlformats.org/officeDocument/2006/relationships/slideMaster" Target="/ppt/slideMasters/slideMaster1.xml" Id="R650e8a3d8cfa4fe7" /><Relationship Type="http://schemas.openxmlformats.org/officeDocument/2006/relationships/notesMaster" Target="/ppt/notesMasters/notesMaster1.xml" Id="R144389ce16bf4800" /><Relationship Type="http://schemas.openxmlformats.org/officeDocument/2006/relationships/presProps" Target="/ppt/presProps.xml" Id="Rcb2b623f04974451" /><Relationship Type="http://schemas.openxmlformats.org/officeDocument/2006/relationships/tableStyles" Target="/ppt/tableStyles.xml" Id="Rab5433abf61b4c7c" /><Relationship Type="http://schemas.openxmlformats.org/officeDocument/2006/relationships/slide" Target="/ppt/slides/slide1.xml" Id="R64467d56a52d42d4" /><Relationship Type="http://schemas.openxmlformats.org/officeDocument/2006/relationships/slide" Target="/ppt/slides/slide2.xml" Id="R6d6ecc6eff004a3e" /><Relationship Type="http://schemas.openxmlformats.org/officeDocument/2006/relationships/slide" Target="/ppt/slides/slide3.xml" Id="R28c2172dfd704297" /><Relationship Type="http://schemas.openxmlformats.org/officeDocument/2006/relationships/slide" Target="/ppt/slides/slide4.xml" Id="R6dfca65b58f44d1c" /><Relationship Type="http://schemas.openxmlformats.org/officeDocument/2006/relationships/slide" Target="/ppt/slides/slide5.xml" Id="R6ddfbe75697a4460" /><Relationship Type="http://schemas.openxmlformats.org/officeDocument/2006/relationships/slide" Target="/ppt/slides/slide6.xml" Id="R502d89c063a845fd" /><Relationship Type="http://schemas.openxmlformats.org/officeDocument/2006/relationships/slide" Target="/ppt/slides/slide7.xml" Id="R8610337c2f2c4ffb" /><Relationship Type="http://schemas.openxmlformats.org/officeDocument/2006/relationships/slide" Target="/ppt/slides/slide8.xml" Id="R3ffca017fb494638" /><Relationship Type="http://schemas.openxmlformats.org/officeDocument/2006/relationships/slide" Target="/ppt/slides/slide9.xml" Id="Rafe406b1ae5a4f8a" /><Relationship Type="http://schemas.openxmlformats.org/officeDocument/2006/relationships/slide" Target="/ppt/slides/slide10.xml" Id="R26b5cdc8ff434fe4" /><Relationship Type="http://schemas.openxmlformats.org/officeDocument/2006/relationships/slide" Target="/ppt/slides/slide11.xml" Id="Rc7dfe950addc42c5" /><Relationship Type="http://schemas.openxmlformats.org/officeDocument/2006/relationships/slide" Target="/ppt/slides/slide12.xml" Id="R528ba9398ed64eef" /><Relationship Type="http://schemas.openxmlformats.org/officeDocument/2006/relationships/slide" Target="/ppt/slides/slide13.xml" Id="R07b27c1fbfc14dd5" /><Relationship Type="http://schemas.openxmlformats.org/officeDocument/2006/relationships/slide" Target="/ppt/slides/slide14.xml" Id="Ra5b62fcac88e48c3" /><Relationship Type="http://schemas.openxmlformats.org/officeDocument/2006/relationships/slide" Target="/ppt/slides/slide15.xml" Id="R1987b6512762433e" /><Relationship Type="http://schemas.openxmlformats.org/officeDocument/2006/relationships/slide" Target="/ppt/slides/slide16.xml" Id="R0fcc328d45074e1b" /><Relationship Type="http://schemas.openxmlformats.org/officeDocument/2006/relationships/slide" Target="/ppt/slides/slide17.xml" Id="R2bee8a3f039540a3" /><Relationship Type="http://schemas.openxmlformats.org/officeDocument/2006/relationships/slide" Target="/ppt/slides/slide18.xml" Id="R28361885c8314ef8" /><Relationship Type="http://schemas.openxmlformats.org/officeDocument/2006/relationships/slide" Target="/ppt/slides/slide19.xml" Id="R3769e5a7cb64432b" /><Relationship Type="http://schemas.openxmlformats.org/officeDocument/2006/relationships/slide" Target="/ppt/slides/slide20.xml" Id="Rd6a1590530044434" /><Relationship Type="http://schemas.openxmlformats.org/officeDocument/2006/relationships/slide" Target="/ppt/slides/slide21.xml" Id="R5da8e2386ce64b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121c8c34e14d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512c8a1895492c" /><Relationship Type="http://schemas.openxmlformats.org/officeDocument/2006/relationships/notesMaster" Target="/ppt/notesMasters/notesMaster1.xml" Id="Raee175afa88345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3ce95119204f1c" /><Relationship Type="http://schemas.openxmlformats.org/officeDocument/2006/relationships/notesMaster" Target="/ppt/notesMasters/notesMaster1.xml" Id="R2bb27dd56715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061f56551a4258" /><Relationship Type="http://schemas.openxmlformats.org/officeDocument/2006/relationships/notesMaster" Target="/ppt/notesMasters/notesMaster1.xml" Id="R56e1d3b24d6142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0aac4373624a46" /><Relationship Type="http://schemas.openxmlformats.org/officeDocument/2006/relationships/notesMaster" Target="/ppt/notesMasters/notesMaster1.xml" Id="R3038aa50a3c54a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0b33d0434c4388" /><Relationship Type="http://schemas.openxmlformats.org/officeDocument/2006/relationships/notesMaster" Target="/ppt/notesMasters/notesMaster1.xml" Id="R7edea802430145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44e88e28c748f3" /><Relationship Type="http://schemas.openxmlformats.org/officeDocument/2006/relationships/notesMaster" Target="/ppt/notesMasters/notesMaster1.xml" Id="Ra82bd21059324e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3a19f71dfd4364" /><Relationship Type="http://schemas.openxmlformats.org/officeDocument/2006/relationships/notesMaster" Target="/ppt/notesMasters/notesMaster1.xml" Id="R58ae34f2594748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30947ff45145da" /><Relationship Type="http://schemas.openxmlformats.org/officeDocument/2006/relationships/notesMaster" Target="/ppt/notesMasters/notesMaster1.xml" Id="R245d8a602f234d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e0139434b441b7" /><Relationship Type="http://schemas.openxmlformats.org/officeDocument/2006/relationships/notesMaster" Target="/ppt/notesMasters/notesMaster1.xml" Id="R82ff54d0637e48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b2167ba58b4cdd" /><Relationship Type="http://schemas.openxmlformats.org/officeDocument/2006/relationships/notesMaster" Target="/ppt/notesMasters/notesMaster1.xml" Id="Rc4f05b85cf4341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3948f684184592" /><Relationship Type="http://schemas.openxmlformats.org/officeDocument/2006/relationships/notesMaster" Target="/ppt/notesMasters/notesMaster1.xml" Id="R783e9aef3ef446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3b6932294941ba" /><Relationship Type="http://schemas.openxmlformats.org/officeDocument/2006/relationships/notesMaster" Target="/ppt/notesMasters/notesMaster1.xml" Id="Rbf59d5e7f8e84b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26bc955e1e42dc" /><Relationship Type="http://schemas.openxmlformats.org/officeDocument/2006/relationships/notesMaster" Target="/ppt/notesMasters/notesMaster1.xml" Id="R5ed1f7455fb04e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df12f11e4e42ec" /><Relationship Type="http://schemas.openxmlformats.org/officeDocument/2006/relationships/notesMaster" Target="/ppt/notesMasters/notesMaster1.xml" Id="R2c600e5a7d9441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91fc92770b84be3" /><Relationship Type="http://schemas.openxmlformats.org/officeDocument/2006/relationships/notesMaster" Target="/ppt/notesMasters/notesMaster1.xml" Id="R08fd4ca1ebd04e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8e35bcd21ee4fe9" /><Relationship Type="http://schemas.openxmlformats.org/officeDocument/2006/relationships/notesMaster" Target="/ppt/notesMasters/notesMaster1.xml" Id="R3a468bd631de49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143613856b4270" /><Relationship Type="http://schemas.openxmlformats.org/officeDocument/2006/relationships/notesMaster" Target="/ppt/notesMasters/notesMaster1.xml" Id="R5ecbde1a7a4f4f2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f605c40f3a49bc" /><Relationship Type="http://schemas.openxmlformats.org/officeDocument/2006/relationships/notesMaster" Target="/ppt/notesMasters/notesMaster1.xml" Id="Rbce3cc18d3ab49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e5879658cd4b83" /><Relationship Type="http://schemas.openxmlformats.org/officeDocument/2006/relationships/notesMaster" Target="/ppt/notesMasters/notesMaster1.xml" Id="R10e2f1870bed41a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83fdcb40b844b67" /><Relationship Type="http://schemas.openxmlformats.org/officeDocument/2006/relationships/notesMaster" Target="/ppt/notesMasters/notesMaster1.xml" Id="Re86c37cece90421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4864055dc394cee" /><Relationship Type="http://schemas.openxmlformats.org/officeDocument/2006/relationships/notesMaster" Target="/ppt/notesMasters/notesMaster1.xml" Id="R47c34ba6696440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6b824343547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777783b656405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0c82ec50c6437f" /><Relationship Type="http://schemas.openxmlformats.org/officeDocument/2006/relationships/slideLayout" Target="/ppt/slideLayouts/slideLayout1.xml" Id="Rc0fbf72ce7c641a6" /><Relationship Type="http://schemas.openxmlformats.org/officeDocument/2006/relationships/slideLayout" Target="/ppt/slideLayouts/slideLayout2.xml" Id="R3f5563770b8b483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fbf72ce7c641a6"/>
    <p:sldLayoutId xmlns:r="http://schemas.openxmlformats.org/officeDocument/2006/relationships" id="2147483650" r:id="R3f5563770b8b4832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de0ffbb836415f" /><Relationship Type="http://schemas.openxmlformats.org/officeDocument/2006/relationships/image" Target="/ppt/media/image.png" Id="R8f8dd0cf4da24201" /><Relationship Type="http://schemas.openxmlformats.org/officeDocument/2006/relationships/image" Target="/ppt/media/image2.png" Id="R7b582ea77ad4482c" /><Relationship Type="http://schemas.openxmlformats.org/officeDocument/2006/relationships/notesSlide" Target="/ppt/notesSlides/notesSlide1.xml" Id="Ra93418eeb18543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b997dfc7534e63" /><Relationship Type="http://schemas.openxmlformats.org/officeDocument/2006/relationships/image" Target="/ppt/media/image2.png" Id="R466a9404512f484d" /><Relationship Type="http://schemas.openxmlformats.org/officeDocument/2006/relationships/notesSlide" Target="/ppt/notesSlides/notesSlide2.xml" Id="R4d1e389e8acd4b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133d799da54b39" /><Relationship Type="http://schemas.openxmlformats.org/officeDocument/2006/relationships/image" Target="/ppt/media/image2.png" Id="Rca213a5d58b84964" /><Relationship Type="http://schemas.openxmlformats.org/officeDocument/2006/relationships/notesSlide" Target="/ppt/notesSlides/notesSlide3.xml" Id="R22ce957b2acd46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013e4ef2f74a4c" /><Relationship Type="http://schemas.openxmlformats.org/officeDocument/2006/relationships/image" Target="/ppt/media/image2.png" Id="Rd880893de9a34879" /><Relationship Type="http://schemas.openxmlformats.org/officeDocument/2006/relationships/notesSlide" Target="/ppt/notesSlides/notesSlide4.xml" Id="R010e68babb7347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02cf0f6f524ab2" /><Relationship Type="http://schemas.openxmlformats.org/officeDocument/2006/relationships/image" Target="/ppt/media/image2.png" Id="R2c80de7a70ab4217" /><Relationship Type="http://schemas.openxmlformats.org/officeDocument/2006/relationships/notesSlide" Target="/ppt/notesSlides/notesSlide5.xml" Id="R255857f742be46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eef2da09c0428f" /><Relationship Type="http://schemas.openxmlformats.org/officeDocument/2006/relationships/image" Target="/ppt/media/image2.png" Id="Rfc7f493e49bd4f7a" /><Relationship Type="http://schemas.openxmlformats.org/officeDocument/2006/relationships/notesSlide" Target="/ppt/notesSlides/notesSlide6.xml" Id="R8422b4c2170541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6eafaa0b3c4b15" /><Relationship Type="http://schemas.openxmlformats.org/officeDocument/2006/relationships/image" Target="/ppt/media/image2.png" Id="R890052bf218f4d59" /><Relationship Type="http://schemas.openxmlformats.org/officeDocument/2006/relationships/notesSlide" Target="/ppt/notesSlides/notesSlide7.xml" Id="R7dad5e4c515f43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17a516aab54d8c" /><Relationship Type="http://schemas.openxmlformats.org/officeDocument/2006/relationships/image" Target="/ppt/media/image2.png" Id="R94a709e7ba524858" /><Relationship Type="http://schemas.openxmlformats.org/officeDocument/2006/relationships/notesSlide" Target="/ppt/notesSlides/notesSlide8.xml" Id="R99cc44f9f5db49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1f1dbe319040cb" /><Relationship Type="http://schemas.openxmlformats.org/officeDocument/2006/relationships/image" Target="/ppt/media/image2.png" Id="R87511613faf74c86" /><Relationship Type="http://schemas.openxmlformats.org/officeDocument/2006/relationships/notesSlide" Target="/ppt/notesSlides/notesSlide9.xml" Id="Rcff1df2f8f5445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b4bcd0bff46d3" /><Relationship Type="http://schemas.openxmlformats.org/officeDocument/2006/relationships/image" Target="/ppt/media/image2.png" Id="R499f514a67ff4351" /><Relationship Type="http://schemas.openxmlformats.org/officeDocument/2006/relationships/notesSlide" Target="/ppt/notesSlides/notesSlide10.xml" Id="R7944607ac18e47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c728c1bb2749c2" /><Relationship Type="http://schemas.openxmlformats.org/officeDocument/2006/relationships/image" Target="/ppt/media/image2.png" Id="R510fd87450dc4187" /><Relationship Type="http://schemas.openxmlformats.org/officeDocument/2006/relationships/notesSlide" Target="/ppt/notesSlides/notesSlide11.xml" Id="R447280dde92043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0dfa9109804dd8" /><Relationship Type="http://schemas.openxmlformats.org/officeDocument/2006/relationships/image" Target="/ppt/media/image2.png" Id="R9bf2494b278443e9" /><Relationship Type="http://schemas.openxmlformats.org/officeDocument/2006/relationships/notesSlide" Target="/ppt/notesSlides/notesSlide12.xml" Id="Rff87bba7a2bd4a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fca1e2a09d483b" /><Relationship Type="http://schemas.openxmlformats.org/officeDocument/2006/relationships/image" Target="/ppt/media/image2.png" Id="Rc5a2034a67184bc1" /><Relationship Type="http://schemas.openxmlformats.org/officeDocument/2006/relationships/notesSlide" Target="/ppt/notesSlides/notesSlide13.xml" Id="Rde662c6a47554a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dcbe24854542b6" /><Relationship Type="http://schemas.openxmlformats.org/officeDocument/2006/relationships/image" Target="/ppt/media/image2.png" Id="Rc1a6f8b1faea4e4d" /><Relationship Type="http://schemas.openxmlformats.org/officeDocument/2006/relationships/notesSlide" Target="/ppt/notesSlides/notesSlide14.xml" Id="Ra7f441940d0e46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28d52d600d493d" /><Relationship Type="http://schemas.openxmlformats.org/officeDocument/2006/relationships/image" Target="/ppt/media/image2.png" Id="R0716c8bead5e45fb" /><Relationship Type="http://schemas.openxmlformats.org/officeDocument/2006/relationships/notesSlide" Target="/ppt/notesSlides/notesSlide15.xml" Id="Rb27f5997ba4a43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6eb9a4eb994a10" /><Relationship Type="http://schemas.openxmlformats.org/officeDocument/2006/relationships/image" Target="/ppt/media/image2.png" Id="Rbd70270a89de429e" /><Relationship Type="http://schemas.openxmlformats.org/officeDocument/2006/relationships/notesSlide" Target="/ppt/notesSlides/notesSlide16.xml" Id="R8168292f2559421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a70ca90b8747ec" /><Relationship Type="http://schemas.openxmlformats.org/officeDocument/2006/relationships/image" Target="/ppt/media/image2.png" Id="R3ce06af10c584265" /><Relationship Type="http://schemas.openxmlformats.org/officeDocument/2006/relationships/notesSlide" Target="/ppt/notesSlides/notesSlide17.xml" Id="R6efbad8881b149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f267290bf84685" /><Relationship Type="http://schemas.openxmlformats.org/officeDocument/2006/relationships/image" Target="/ppt/media/image2.png" Id="Rf3ab9c1cc716489a" /><Relationship Type="http://schemas.openxmlformats.org/officeDocument/2006/relationships/notesSlide" Target="/ppt/notesSlides/notesSlide18.xml" Id="Recf0c0c26a494de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32acd8efc047a0" /><Relationship Type="http://schemas.openxmlformats.org/officeDocument/2006/relationships/image" Target="/ppt/media/image2.png" Id="Rc128b501a0084e7e" /><Relationship Type="http://schemas.openxmlformats.org/officeDocument/2006/relationships/notesSlide" Target="/ppt/notesSlides/notesSlide19.xml" Id="R5fd6470f8c8b4f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80dca2d023442b" /><Relationship Type="http://schemas.openxmlformats.org/officeDocument/2006/relationships/image" Target="/ppt/media/image2.png" Id="R90bfe065ea9a4136" /><Relationship Type="http://schemas.openxmlformats.org/officeDocument/2006/relationships/notesSlide" Target="/ppt/notesSlides/notesSlide20.xml" Id="Rf622e9bd70dc4a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018321d3614a46" /><Relationship Type="http://schemas.openxmlformats.org/officeDocument/2006/relationships/image" Target="/ppt/media/image.png" Id="Rf8e0f7fbe5f14836" /><Relationship Type="http://schemas.openxmlformats.org/officeDocument/2006/relationships/image" Target="/ppt/media/image2.png" Id="R8ee8c2dc464942e0" /><Relationship Type="http://schemas.openxmlformats.org/officeDocument/2006/relationships/notesSlide" Target="/ppt/notesSlides/notesSlide21.xml" Id="Ree4103d5d12043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dd0cf4da242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82ea77ad448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Survival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Lienda Noviyanti, M.S.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Survival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a9404512f48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Survival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17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Materi ini disusun sebagai bahan ajar komprehensif untuk mata kuliah Analisis Survival pada Program Studi S2 Statistika Terapan, Fakultas Matematika dan Ilmu Pengetahuan…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survival dan pendahuluan survival…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estimasi survival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Klinis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Aktuaria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Demografi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13a5d58b849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survival dan pendahuluan survival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estimasi survival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0893de9a348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Pendahuluan, Struktur Data, Interpolasi Usia, Desain Studi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Distribusi Waktu, Data Survival, Estimasi Survival, Single Decrement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Survival, Cox Proportional, Metode Estimasi, Data Survival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Survival, Multistate Models, Survival pada, Pengembangan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0de7a70ab42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Survival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f493e49bd4f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052bf218f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Pendahuluan, Struktur Data, Interpolasi Usia, Desain Studi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Analisis Survival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Struktur Data Survival dan Tabel…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Interpolasi Usia dalam Life Table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Analisis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Struktur Data Survival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Interpolasi Usia dalam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Desain Studi Survival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Distribusi Waktu Kegagalan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709e7ba5248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Interpolasi Usia, Desain Studi, Distribusi Waktu, Data Survival, Estimasi Survival, Single…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66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Interpolasi Usia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1–3: metode interpolasi…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Desain Studi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awal: desain cohort…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540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Distribusi Waktu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1–3 dan 9–12: distribusi…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Survival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4–7: right, left, interval…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Estimasi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4–7: Kaplan-Meier…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Single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Pertemuan 4–7 dan 12: single/double…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waktu survival= tanggal event atau sensor-tanggal awal observasi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L_i=(t_i)\^_i(t_i)\^1-_i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11613faf74c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h(t)=(f(t))/(S(t)), f(t)=-(dS(t))/(dt)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Distribusi Waktu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RPS Pertemuan 1–3…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Data Survival Tidak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RPS Pertemuan 4–7…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Estimasi Survival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RPS Pertemuan 4–7…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Single Decrement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RPS Pertemuan 4–7…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Survival Parametrik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RPS Pertemuan…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f514a67ff43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F_k(t)=P(T t, J=k)=∫_0^t S(u^-)\,h_k(u)\,du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fd87450dc41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2494b2784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2034a67184b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Survival, Cox Proportional, Metode Estimasi, Data Survival, Survival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S(t x)=S_0(-x^β)\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workflow= QCarrow estimasiarrow…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h_ij(t x_ij,u_i)=u_i h_0(t)(x_ij^β)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Survival Parametrik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Model Cox Proportional Hazards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Estimasi: MLE, Partial…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Analisis Data Survival dengan R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Survival Multivariat, Frailty,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6f8b1faea4e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6c8bead5e45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Cox Proportional Hazards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Estimasi: MLE, Partial…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Analisis Data Survival dengan R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Survival Multivariat, Frailty,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Multistate Models dan Proses Transisi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Aplikasi Survival pada Biostatistika…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0270a89de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06af10c5842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b9c1cc71648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Metode Estimasi: MLE, Partial…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Analisis Data Survival dengan R…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Survival Multivariat, Frailty, dan…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Multistate Models dan Proses…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Aplikasi Survival pada…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Pengembangan Algoritma dan Inovasi…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8b501a0084e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Analisis…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 Survival…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Distribusi Waktu Kegagalan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Single Decrement, Double…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Model Cox Proportional…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Aplikasi Survival pada…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fe065ea9a41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Survival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Apakah waktu…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waktu awal observasi…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 tipe…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tipe sensor sudah…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Apakah jumlah…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jumlah subjek berisiko…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Apakah asumsi…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asumsi model telah…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Apakah hasil…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hasil diterjemahkan ke…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e0f7fbe5f1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8c2dc464942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Survival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Survival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2026-06-22T07:44:48.6620000Z</dcterms:created>
  <dcterms:modified xsi:type="dcterms:W3CDTF">2026-06-22T07:44:48.6620000Z</dcterms:modified>
</coreProperties>
</file>