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2f97f1250d4174" /><Relationship Type="http://schemas.openxmlformats.org/officeDocument/2006/relationships/extended-properties" Target="/docProps/app.xml" Id="R3533c086aa2f4576" /><Relationship Type="http://schemas.openxmlformats.org/officeDocument/2006/relationships/officeDocument" Target="/ppt/presentation.xml" Id="R7411fe2b27994b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1e12526f4e4cc2"/>
  </p:sldMasterIdLst>
  <p:notesMasterIdLst>
    <p:notesMasterId xmlns:r="http://schemas.openxmlformats.org/officeDocument/2006/relationships" r:id="R746f7ea754e24d28"/>
  </p:notesMasterIdLst>
  <p:sldIdLst>
    <p:sldId xmlns:r="http://schemas.openxmlformats.org/officeDocument/2006/relationships" id="256" r:id="R37541fa488be446a"/>
    <p:sldId xmlns:r="http://schemas.openxmlformats.org/officeDocument/2006/relationships" id="257" r:id="R0578664914414b14"/>
    <p:sldId xmlns:r="http://schemas.openxmlformats.org/officeDocument/2006/relationships" id="258" r:id="Rea896d4da738477c"/>
    <p:sldId xmlns:r="http://schemas.openxmlformats.org/officeDocument/2006/relationships" id="259" r:id="Rd2b6f7330bf14e79"/>
    <p:sldId xmlns:r="http://schemas.openxmlformats.org/officeDocument/2006/relationships" id="260" r:id="R8cb517fba20a45e6"/>
    <p:sldId xmlns:r="http://schemas.openxmlformats.org/officeDocument/2006/relationships" id="261" r:id="R9af883bb751341df"/>
    <p:sldId xmlns:r="http://schemas.openxmlformats.org/officeDocument/2006/relationships" id="262" r:id="R69249d9411a740cf"/>
    <p:sldId xmlns:r="http://schemas.openxmlformats.org/officeDocument/2006/relationships" id="263" r:id="Re5e58578d3974ca6"/>
    <p:sldId xmlns:r="http://schemas.openxmlformats.org/officeDocument/2006/relationships" id="264" r:id="Rf5689ee47d1e4351"/>
    <p:sldId xmlns:r="http://schemas.openxmlformats.org/officeDocument/2006/relationships" id="265" r:id="R2cd43ca18d7f401f"/>
    <p:sldId xmlns:r="http://schemas.openxmlformats.org/officeDocument/2006/relationships" id="266" r:id="R275ab9f8ff1344ea"/>
    <p:sldId xmlns:r="http://schemas.openxmlformats.org/officeDocument/2006/relationships" id="267" r:id="R1aa4b8786bf44638"/>
    <p:sldId xmlns:r="http://schemas.openxmlformats.org/officeDocument/2006/relationships" id="268" r:id="Re3e2342d16454588"/>
    <p:sldId xmlns:r="http://schemas.openxmlformats.org/officeDocument/2006/relationships" id="269" r:id="Rcec4a510145945e5"/>
    <p:sldId xmlns:r="http://schemas.openxmlformats.org/officeDocument/2006/relationships" id="270" r:id="Rb0e60ff307de4ede"/>
    <p:sldId xmlns:r="http://schemas.openxmlformats.org/officeDocument/2006/relationships" id="271" r:id="Rbfd9229f111a4b97"/>
    <p:sldId xmlns:r="http://schemas.openxmlformats.org/officeDocument/2006/relationships" id="272" r:id="R4fe67c9c9aea433c"/>
    <p:sldId xmlns:r="http://schemas.openxmlformats.org/officeDocument/2006/relationships" id="273" r:id="R934680484cdc445a"/>
    <p:sldId xmlns:r="http://schemas.openxmlformats.org/officeDocument/2006/relationships" id="274" r:id="R835e6c6d53624331"/>
    <p:sldId xmlns:r="http://schemas.openxmlformats.org/officeDocument/2006/relationships" id="275" r:id="R2d25ee8dcb0c45a6"/>
    <p:sldId xmlns:r="http://schemas.openxmlformats.org/officeDocument/2006/relationships" id="276" r:id="Re0344d80c8d8452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53aaebed7c4b82" /><Relationship Type="http://schemas.openxmlformats.org/officeDocument/2006/relationships/slideMaster" Target="/ppt/slideMasters/slideMaster1.xml" Id="R861e12526f4e4cc2" /><Relationship Type="http://schemas.openxmlformats.org/officeDocument/2006/relationships/notesMaster" Target="/ppt/notesMasters/notesMaster1.xml" Id="R746f7ea754e24d28" /><Relationship Type="http://schemas.openxmlformats.org/officeDocument/2006/relationships/presProps" Target="/ppt/presProps.xml" Id="R6e41204c7db3416b" /><Relationship Type="http://schemas.openxmlformats.org/officeDocument/2006/relationships/tableStyles" Target="/ppt/tableStyles.xml" Id="R0346f78102cf42fe" /><Relationship Type="http://schemas.openxmlformats.org/officeDocument/2006/relationships/slide" Target="/ppt/slides/slide1.xml" Id="R37541fa488be446a" /><Relationship Type="http://schemas.openxmlformats.org/officeDocument/2006/relationships/slide" Target="/ppt/slides/slide2.xml" Id="R0578664914414b14" /><Relationship Type="http://schemas.openxmlformats.org/officeDocument/2006/relationships/slide" Target="/ppt/slides/slide3.xml" Id="Rea896d4da738477c" /><Relationship Type="http://schemas.openxmlformats.org/officeDocument/2006/relationships/slide" Target="/ppt/slides/slide4.xml" Id="Rd2b6f7330bf14e79" /><Relationship Type="http://schemas.openxmlformats.org/officeDocument/2006/relationships/slide" Target="/ppt/slides/slide5.xml" Id="R8cb517fba20a45e6" /><Relationship Type="http://schemas.openxmlformats.org/officeDocument/2006/relationships/slide" Target="/ppt/slides/slide6.xml" Id="R9af883bb751341df" /><Relationship Type="http://schemas.openxmlformats.org/officeDocument/2006/relationships/slide" Target="/ppt/slides/slide7.xml" Id="R69249d9411a740cf" /><Relationship Type="http://schemas.openxmlformats.org/officeDocument/2006/relationships/slide" Target="/ppt/slides/slide8.xml" Id="Re5e58578d3974ca6" /><Relationship Type="http://schemas.openxmlformats.org/officeDocument/2006/relationships/slide" Target="/ppt/slides/slide9.xml" Id="Rf5689ee47d1e4351" /><Relationship Type="http://schemas.openxmlformats.org/officeDocument/2006/relationships/slide" Target="/ppt/slides/slide10.xml" Id="R2cd43ca18d7f401f" /><Relationship Type="http://schemas.openxmlformats.org/officeDocument/2006/relationships/slide" Target="/ppt/slides/slide11.xml" Id="R275ab9f8ff1344ea" /><Relationship Type="http://schemas.openxmlformats.org/officeDocument/2006/relationships/slide" Target="/ppt/slides/slide12.xml" Id="R1aa4b8786bf44638" /><Relationship Type="http://schemas.openxmlformats.org/officeDocument/2006/relationships/slide" Target="/ppt/slides/slide13.xml" Id="Re3e2342d16454588" /><Relationship Type="http://schemas.openxmlformats.org/officeDocument/2006/relationships/slide" Target="/ppt/slides/slide14.xml" Id="Rcec4a510145945e5" /><Relationship Type="http://schemas.openxmlformats.org/officeDocument/2006/relationships/slide" Target="/ppt/slides/slide15.xml" Id="Rb0e60ff307de4ede" /><Relationship Type="http://schemas.openxmlformats.org/officeDocument/2006/relationships/slide" Target="/ppt/slides/slide16.xml" Id="Rbfd9229f111a4b97" /><Relationship Type="http://schemas.openxmlformats.org/officeDocument/2006/relationships/slide" Target="/ppt/slides/slide17.xml" Id="R4fe67c9c9aea433c" /><Relationship Type="http://schemas.openxmlformats.org/officeDocument/2006/relationships/slide" Target="/ppt/slides/slide18.xml" Id="R934680484cdc445a" /><Relationship Type="http://schemas.openxmlformats.org/officeDocument/2006/relationships/slide" Target="/ppt/slides/slide19.xml" Id="R835e6c6d53624331" /><Relationship Type="http://schemas.openxmlformats.org/officeDocument/2006/relationships/slide" Target="/ppt/slides/slide20.xml" Id="R2d25ee8dcb0c45a6" /><Relationship Type="http://schemas.openxmlformats.org/officeDocument/2006/relationships/slide" Target="/ppt/slides/slide21.xml" Id="Re0344d80c8d845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2b6a908e1c4c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0adb20dbb64a26" /><Relationship Type="http://schemas.openxmlformats.org/officeDocument/2006/relationships/notesMaster" Target="/ppt/notesMasters/notesMaster1.xml" Id="Rd52087dac51549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61ff3edcb34362" /><Relationship Type="http://schemas.openxmlformats.org/officeDocument/2006/relationships/notesMaster" Target="/ppt/notesMasters/notesMaster1.xml" Id="R30ca166b66c647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5543f71ac14769" /><Relationship Type="http://schemas.openxmlformats.org/officeDocument/2006/relationships/notesMaster" Target="/ppt/notesMasters/notesMaster1.xml" Id="R4652bc5827234b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0495ae050642f2" /><Relationship Type="http://schemas.openxmlformats.org/officeDocument/2006/relationships/notesMaster" Target="/ppt/notesMasters/notesMaster1.xml" Id="Re5c19e0c63a947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947d6ea46bc4216" /><Relationship Type="http://schemas.openxmlformats.org/officeDocument/2006/relationships/notesMaster" Target="/ppt/notesMasters/notesMaster1.xml" Id="R6cd683a6a07e42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0a71a6231e4771" /><Relationship Type="http://schemas.openxmlformats.org/officeDocument/2006/relationships/notesMaster" Target="/ppt/notesMasters/notesMaster1.xml" Id="R00bda2da30aa447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462fd386c74cf3" /><Relationship Type="http://schemas.openxmlformats.org/officeDocument/2006/relationships/notesMaster" Target="/ppt/notesMasters/notesMaster1.xml" Id="R622e9e002d274f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e2f2a158a34709" /><Relationship Type="http://schemas.openxmlformats.org/officeDocument/2006/relationships/notesMaster" Target="/ppt/notesMasters/notesMaster1.xml" Id="Rc24bda12959b41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c1dd91cc18a42c4" /><Relationship Type="http://schemas.openxmlformats.org/officeDocument/2006/relationships/notesMaster" Target="/ppt/notesMasters/notesMaster1.xml" Id="R3e2a92d4ebe54f3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c55cf0aacb45eb" /><Relationship Type="http://schemas.openxmlformats.org/officeDocument/2006/relationships/notesMaster" Target="/ppt/notesMasters/notesMaster1.xml" Id="R06b3b3810ad445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5e27e4f884455a" /><Relationship Type="http://schemas.openxmlformats.org/officeDocument/2006/relationships/notesMaster" Target="/ppt/notesMasters/notesMaster1.xml" Id="R6bb73d8353e8465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57e7f2ebf414f04" /><Relationship Type="http://schemas.openxmlformats.org/officeDocument/2006/relationships/notesMaster" Target="/ppt/notesMasters/notesMaster1.xml" Id="Ra6cee6809a2d4e5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3a67c3091d49ca" /><Relationship Type="http://schemas.openxmlformats.org/officeDocument/2006/relationships/notesMaster" Target="/ppt/notesMasters/notesMaster1.xml" Id="R1f5406dad6984a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c7409a8aaaf48e5" /><Relationship Type="http://schemas.openxmlformats.org/officeDocument/2006/relationships/notesMaster" Target="/ppt/notesMasters/notesMaster1.xml" Id="R45ed50148a3a4df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eae8a075d54c69" /><Relationship Type="http://schemas.openxmlformats.org/officeDocument/2006/relationships/notesMaster" Target="/ppt/notesMasters/notesMaster1.xml" Id="Rfe145567e97e4f8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6424206f2b8451a" /><Relationship Type="http://schemas.openxmlformats.org/officeDocument/2006/relationships/notesMaster" Target="/ppt/notesMasters/notesMaster1.xml" Id="R8f013777f7e341a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511a2efef24448f" /><Relationship Type="http://schemas.openxmlformats.org/officeDocument/2006/relationships/notesMaster" Target="/ppt/notesMasters/notesMaster1.xml" Id="R5d113b4dca3946f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6be3630dce46c0" /><Relationship Type="http://schemas.openxmlformats.org/officeDocument/2006/relationships/notesMaster" Target="/ppt/notesMasters/notesMaster1.xml" Id="Reaa8bced588040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924a79d79f845d6" /><Relationship Type="http://schemas.openxmlformats.org/officeDocument/2006/relationships/notesMaster" Target="/ppt/notesMasters/notesMaster1.xml" Id="Re8e06220774b413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170ae8707934273" /><Relationship Type="http://schemas.openxmlformats.org/officeDocument/2006/relationships/notesMaster" Target="/ppt/notesMasters/notesMaster1.xml" Id="R8069d8fae69a4d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af5908bead248d8" /><Relationship Type="http://schemas.openxmlformats.org/officeDocument/2006/relationships/notesMaster" Target="/ppt/notesMasters/notesMaster1.xml" Id="R8ad10ee0808043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59b5b5eb1c416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0593ea69e649e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c7d7b8ad714ea5" /><Relationship Type="http://schemas.openxmlformats.org/officeDocument/2006/relationships/slideLayout" Target="/ppt/slideLayouts/slideLayout1.xml" Id="R6e82cc0258274b9e" /><Relationship Type="http://schemas.openxmlformats.org/officeDocument/2006/relationships/slideLayout" Target="/ppt/slideLayouts/slideLayout2.xml" Id="R7ba07d504d3542d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82cc0258274b9e"/>
    <p:sldLayoutId xmlns:r="http://schemas.openxmlformats.org/officeDocument/2006/relationships" id="2147483650" r:id="R7ba07d504d3542d7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8c954d345a4320" /><Relationship Type="http://schemas.openxmlformats.org/officeDocument/2006/relationships/image" Target="/ppt/media/image.png" Id="Rc1e496cef84a4f29" /><Relationship Type="http://schemas.openxmlformats.org/officeDocument/2006/relationships/image" Target="/ppt/media/image2.png" Id="Re7b13d91f22d411c" /><Relationship Type="http://schemas.openxmlformats.org/officeDocument/2006/relationships/notesSlide" Target="/ppt/notesSlides/notesSlide1.xml" Id="Rff17b0957fef47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1075a216ee4146" /><Relationship Type="http://schemas.openxmlformats.org/officeDocument/2006/relationships/image" Target="/ppt/media/image2.png" Id="Rff206bdf179f4529" /><Relationship Type="http://schemas.openxmlformats.org/officeDocument/2006/relationships/notesSlide" Target="/ppt/notesSlides/notesSlide2.xml" Id="R46fe12d9acc843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2a2b09b3a5417b" /><Relationship Type="http://schemas.openxmlformats.org/officeDocument/2006/relationships/image" Target="/ppt/media/image2.png" Id="R72e216b75a024c39" /><Relationship Type="http://schemas.openxmlformats.org/officeDocument/2006/relationships/notesSlide" Target="/ppt/notesSlides/notesSlide3.xml" Id="R20e32c3977fc4d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dd77f9001b4b54" /><Relationship Type="http://schemas.openxmlformats.org/officeDocument/2006/relationships/image" Target="/ppt/media/image2.png" Id="R9bd17d024df74edb" /><Relationship Type="http://schemas.openxmlformats.org/officeDocument/2006/relationships/notesSlide" Target="/ppt/notesSlides/notesSlide4.xml" Id="Rbc2e6820297641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2c7903dca04d06" /><Relationship Type="http://schemas.openxmlformats.org/officeDocument/2006/relationships/image" Target="/ppt/media/image2.png" Id="Rc0917d3b5cb7409f" /><Relationship Type="http://schemas.openxmlformats.org/officeDocument/2006/relationships/notesSlide" Target="/ppt/notesSlides/notesSlide5.xml" Id="R9d5d30ebb62042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dbd7cdec6c4940" /><Relationship Type="http://schemas.openxmlformats.org/officeDocument/2006/relationships/image" Target="/ppt/media/image2.png" Id="R297488a8143e472a" /><Relationship Type="http://schemas.openxmlformats.org/officeDocument/2006/relationships/notesSlide" Target="/ppt/notesSlides/notesSlide6.xml" Id="R0aca64fb844e4a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c8c66aeaa4b10" /><Relationship Type="http://schemas.openxmlformats.org/officeDocument/2006/relationships/image" Target="/ppt/media/image2.png" Id="R40419a2ce34c4c17" /><Relationship Type="http://schemas.openxmlformats.org/officeDocument/2006/relationships/notesSlide" Target="/ppt/notesSlides/notesSlide7.xml" Id="R89373eb66af74b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5290588ffd4003" /><Relationship Type="http://schemas.openxmlformats.org/officeDocument/2006/relationships/image" Target="/ppt/media/image2.png" Id="R8347cdc3a6624798" /><Relationship Type="http://schemas.openxmlformats.org/officeDocument/2006/relationships/notesSlide" Target="/ppt/notesSlides/notesSlide8.xml" Id="R83569a4e6b124b3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a1d7a229ef4ea1" /><Relationship Type="http://schemas.openxmlformats.org/officeDocument/2006/relationships/image" Target="/ppt/media/image2.png" Id="R72d8d10336934792" /><Relationship Type="http://schemas.openxmlformats.org/officeDocument/2006/relationships/notesSlide" Target="/ppt/notesSlides/notesSlide9.xml" Id="Re58ee18164c945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b7f6c18d7f423e" /><Relationship Type="http://schemas.openxmlformats.org/officeDocument/2006/relationships/image" Target="/ppt/media/image2.png" Id="Re8fff2180eb74030" /><Relationship Type="http://schemas.openxmlformats.org/officeDocument/2006/relationships/notesSlide" Target="/ppt/notesSlides/notesSlide10.xml" Id="R0cabe31fc1274b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4b22264e124039" /><Relationship Type="http://schemas.openxmlformats.org/officeDocument/2006/relationships/image" Target="/ppt/media/image2.png" Id="Rcda5fc7a5e584f1f" /><Relationship Type="http://schemas.openxmlformats.org/officeDocument/2006/relationships/notesSlide" Target="/ppt/notesSlides/notesSlide11.xml" Id="Rde17e558932e497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67dbdcbcbf469a" /><Relationship Type="http://schemas.openxmlformats.org/officeDocument/2006/relationships/image" Target="/ppt/media/image2.png" Id="Rba2150e859b54309" /><Relationship Type="http://schemas.openxmlformats.org/officeDocument/2006/relationships/notesSlide" Target="/ppt/notesSlides/notesSlide12.xml" Id="R7b15e3cbbf54452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133958d93a4e7e" /><Relationship Type="http://schemas.openxmlformats.org/officeDocument/2006/relationships/image" Target="/ppt/media/image2.png" Id="R76f5fae1bf954f1a" /><Relationship Type="http://schemas.openxmlformats.org/officeDocument/2006/relationships/notesSlide" Target="/ppt/notesSlides/notesSlide13.xml" Id="R64ab46bf8efd47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b166c23d5c491d" /><Relationship Type="http://schemas.openxmlformats.org/officeDocument/2006/relationships/image" Target="/ppt/media/image2.png" Id="Rec801f34b36f419e" /><Relationship Type="http://schemas.openxmlformats.org/officeDocument/2006/relationships/notesSlide" Target="/ppt/notesSlides/notesSlide14.xml" Id="R322dd2c8985f4a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cee2b669af49b8" /><Relationship Type="http://schemas.openxmlformats.org/officeDocument/2006/relationships/image" Target="/ppt/media/image2.png" Id="R2d54f9672c004bb4" /><Relationship Type="http://schemas.openxmlformats.org/officeDocument/2006/relationships/notesSlide" Target="/ppt/notesSlides/notesSlide15.xml" Id="R8ecc72b3266246e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db4816c0e546b6" /><Relationship Type="http://schemas.openxmlformats.org/officeDocument/2006/relationships/image" Target="/ppt/media/image2.png" Id="R140e0985e6f64118" /><Relationship Type="http://schemas.openxmlformats.org/officeDocument/2006/relationships/notesSlide" Target="/ppt/notesSlides/notesSlide16.xml" Id="R858f498841de457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7dc5d576d34a91" /><Relationship Type="http://schemas.openxmlformats.org/officeDocument/2006/relationships/image" Target="/ppt/media/image2.png" Id="R5e08c21ffe8d4ea5" /><Relationship Type="http://schemas.openxmlformats.org/officeDocument/2006/relationships/notesSlide" Target="/ppt/notesSlides/notesSlide17.xml" Id="R21fa8d90a0c54af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90ee46e809463a" /><Relationship Type="http://schemas.openxmlformats.org/officeDocument/2006/relationships/image" Target="/ppt/media/image2.png" Id="R66abe5119325469b" /><Relationship Type="http://schemas.openxmlformats.org/officeDocument/2006/relationships/notesSlide" Target="/ppt/notesSlides/notesSlide18.xml" Id="R7f83e82ba94849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9cbfd1fb0b4831" /><Relationship Type="http://schemas.openxmlformats.org/officeDocument/2006/relationships/image" Target="/ppt/media/image2.png" Id="Rd86a325db8b74e25" /><Relationship Type="http://schemas.openxmlformats.org/officeDocument/2006/relationships/notesSlide" Target="/ppt/notesSlides/notesSlide19.xml" Id="Rb7a38051f290454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8426b120d84460" /><Relationship Type="http://schemas.openxmlformats.org/officeDocument/2006/relationships/image" Target="/ppt/media/image2.png" Id="R99b72302c98247ed" /><Relationship Type="http://schemas.openxmlformats.org/officeDocument/2006/relationships/notesSlide" Target="/ppt/notesSlides/notesSlide20.xml" Id="R61c0262cd6234e8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779d41d8b114cd6" /><Relationship Type="http://schemas.openxmlformats.org/officeDocument/2006/relationships/image" Target="/ppt/media/image.png" Id="Rf148d28c9be1421d" /><Relationship Type="http://schemas.openxmlformats.org/officeDocument/2006/relationships/image" Target="/ppt/media/image2.png" Id="Reed5e74ce9c046f9" /><Relationship Type="http://schemas.openxmlformats.org/officeDocument/2006/relationships/notesSlide" Target="/ppt/notesSlides/notesSlide21.xml" Id="R2bd8efcc0d6948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e496cef84a4f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13d91f22d41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428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Multilevel</a:t>
            </a:r>
          </a:p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dan Longitudinal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Bertho Tantular,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Multilevel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Longitudinal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206bdf179f45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Multilevel &amp; Longitudinal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84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Fokus materi: desain proyek, pemilihan data, analisis eksploratif, model awal, rencana diagnosis.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Arah pembelajaran mata kuliah ini mengikuti empat capaian utama.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menganalisis struktur data hierarkis atau…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memilih dan menerapkan model multilevel atau…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Ketiga, mahasiswa mampu mengimplementasikan model secara komputasi…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Pendidikan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Wilayah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Longitudinal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Sosial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216b75a024c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Arah pembelajaran mata kuliah ini mengikuti empat capaian utama.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Pertama, mahasiswa mampu menganalisis struktur data hierarkis atau longitudinal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Kedua, mahasiswa mampu memilih dan menerapkan model multilevel atau longitudinal sesuai…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17d024df74e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Analisis, Identifikasi Level, Dependency, Linier Klasik dan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Multilevel Dasar, Random Slope dan, Evaluasi, UTS: Proyek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Longitudinal, Pertumbuhan, Generalized Linear, Estimasi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Implementasi, Kasus Nyata di, Penyusunan, UAS: Proyek Akhir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17d3b5cb740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Multilevel &amp; Longitudinal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7488a8143e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419a2ce34c4c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Analisis, Identifikasi Level, Dependency, Linier Klasik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Pengantar Analisis Multilevel dan…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Identifikasi Level Data, Unit…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Dependency, Missing Data, Outlier…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Multilevel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Identifikasi Level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Dependency, Missing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Linier Klasik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Multilevel Dasar: Random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7cdc3a66247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Dependency, Linier Klasik dan, Multilevel Dasar, Random Slope dan, Evaluasi, UTS: Proyek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Dependency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645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SubCPMK1 - Mengidentifikasi dependency…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Linier Klasik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79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SubCPMK1 - Menjelaskan mengapa regresi…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Multilevel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35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SubCPMK2 - Mengevaluasi dan memilih model…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367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Random Slope dan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503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SubCPMK2 - Membandingkan random intercept…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Evaluasi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35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SubCPMK2 - Mengevaluasi model, asumsi…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Proyek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SubCPMK1 dan SubCPMK2.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Linier Klasik dan Keterbatasannya pada Data Kompleks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Evaluasi, Perbandingan, dan Diagnosis Model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8d1033693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Random Slope dan Interaksi Lintas Level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Multilevel Dasar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SubCPMK2…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Random Slope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SubCPMK2…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Evaluasi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SubCPMK2…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Integrasi SubCPMK1…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Longitudinal: Growth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SubCPMK3…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ff2180eb740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Data → model → validasi → interpretasi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5fc7a5e584f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2150e859b54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5fae1bf954f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Longitudinal, Pertumbuhan, Generalized Linear, Estimasi, Implementasi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Longitudinal: Growth Curve Modeling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Generalized Linear Mixed Models untuk Data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Prinsip: Implementasi Komputasi dengan R, SPSS, dan SAS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Model Longitudinal: Growth Curve…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Pertumbuhan Non-Linear, Waktu Tidak…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Generalized Linear Mixed Models untuk…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Estimasi Parameter, ML, REML, Uji Model…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Implementasi Komputasi dengan R, SPSS…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01f34b36f41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4f9672c004b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Pertumbuhan Non-Linear, Waktu Tidak…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Generalized Linear Mixed Models untuk…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Estimasi Parameter, ML, REML, Uji…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Implementasi Komputasi dengan R, SPSS…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Aplikasi Kasus Nyata di Pendidikan…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Penyusunan Proposal Riset…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e0985e6f641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08c21ffe8d4e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be5119325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Generalized Linear Mixed Models…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Estimasi Parameter, ML, REML, Uji…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Implementasi Komputasi dengan R…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Aplikasi Kasus Nyata di…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Penyusunan Proposal Riset…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Proyek Akhir, Laporan…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a325db8b74e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Pengantar Analisis…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Identifikasi Level Data…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Multilevel Dasar…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 Pendahuluan…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Pertumbuhan Non-Linear…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Penyusunan Proposal Riset…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b72302c98247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Multilevel &amp; Longitudinal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Apa konsekuensi…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konsekuensi substantif…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 Anda…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Anda membedakan…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model…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model yang lebih…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Informasi apa…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Informasi apa yang harus…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 hasil…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hasil model dapat…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8d28c9be1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5e74ce9c046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Multilevel &amp; Longitudinal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Multilevel &amp; Longitudinal menghubungkan teori, data, metode, validasi, dan komunikasi untuk menghasilkan keputusan yang sahih, dapat direplikasi, dan bertanggung…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2026-06-22T07:44:38.1220000Z</dcterms:created>
  <dcterms:modified xsi:type="dcterms:W3CDTF">2026-06-22T07:44:38.1220000Z</dcterms:modified>
</coreProperties>
</file>