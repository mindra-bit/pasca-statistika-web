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1fd858afa418a" /><Relationship Type="http://schemas.openxmlformats.org/officeDocument/2006/relationships/extended-properties" Target="/docProps/app.xml" Id="R5ab08bc13ee1411e" /><Relationship Type="http://schemas.openxmlformats.org/officeDocument/2006/relationships/officeDocument" Target="/ppt/presentation.xml" Id="R3eb37eea3fd944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0516d1f69427b"/>
  </p:sldMasterIdLst>
  <p:notesMasterIdLst>
    <p:notesMasterId xmlns:r="http://schemas.openxmlformats.org/officeDocument/2006/relationships" r:id="R102f4a17653d4d2c"/>
  </p:notesMasterIdLst>
  <p:sldIdLst>
    <p:sldId xmlns:r="http://schemas.openxmlformats.org/officeDocument/2006/relationships" id="256" r:id="R5ce5d72ed7e44c3b"/>
    <p:sldId xmlns:r="http://schemas.openxmlformats.org/officeDocument/2006/relationships" id="257" r:id="R9b05dfbbd5734db5"/>
    <p:sldId xmlns:r="http://schemas.openxmlformats.org/officeDocument/2006/relationships" id="258" r:id="R3a8d8607eb4d4464"/>
    <p:sldId xmlns:r="http://schemas.openxmlformats.org/officeDocument/2006/relationships" id="259" r:id="R9215ff9e4a1946ae"/>
    <p:sldId xmlns:r="http://schemas.openxmlformats.org/officeDocument/2006/relationships" id="260" r:id="R409bd0fa5f7147f7"/>
    <p:sldId xmlns:r="http://schemas.openxmlformats.org/officeDocument/2006/relationships" id="261" r:id="R4e71ce34219a4d40"/>
    <p:sldId xmlns:r="http://schemas.openxmlformats.org/officeDocument/2006/relationships" id="262" r:id="Rcf5b8635b3744fac"/>
    <p:sldId xmlns:r="http://schemas.openxmlformats.org/officeDocument/2006/relationships" id="263" r:id="R80d81828014f4255"/>
    <p:sldId xmlns:r="http://schemas.openxmlformats.org/officeDocument/2006/relationships" id="264" r:id="Rf6a3aa8623b142a5"/>
    <p:sldId xmlns:r="http://schemas.openxmlformats.org/officeDocument/2006/relationships" id="265" r:id="R278a4b1856cd4294"/>
    <p:sldId xmlns:r="http://schemas.openxmlformats.org/officeDocument/2006/relationships" id="266" r:id="Rf44b884c4eb04dc5"/>
    <p:sldId xmlns:r="http://schemas.openxmlformats.org/officeDocument/2006/relationships" id="267" r:id="R30484aec1a7b47a5"/>
    <p:sldId xmlns:r="http://schemas.openxmlformats.org/officeDocument/2006/relationships" id="268" r:id="R12b69baefdf04728"/>
    <p:sldId xmlns:r="http://schemas.openxmlformats.org/officeDocument/2006/relationships" id="269" r:id="R7dc985fa770c48c0"/>
    <p:sldId xmlns:r="http://schemas.openxmlformats.org/officeDocument/2006/relationships" id="270" r:id="R0ca203b1d94b4935"/>
    <p:sldId xmlns:r="http://schemas.openxmlformats.org/officeDocument/2006/relationships" id="271" r:id="Re5c84908fee44f7f"/>
    <p:sldId xmlns:r="http://schemas.openxmlformats.org/officeDocument/2006/relationships" id="272" r:id="R1a6a50db94d64613"/>
    <p:sldId xmlns:r="http://schemas.openxmlformats.org/officeDocument/2006/relationships" id="273" r:id="Rb9b770bd863246af"/>
    <p:sldId xmlns:r="http://schemas.openxmlformats.org/officeDocument/2006/relationships" id="274" r:id="R9a0eec185a7146bf"/>
    <p:sldId xmlns:r="http://schemas.openxmlformats.org/officeDocument/2006/relationships" id="275" r:id="R11fc1e0e93414441"/>
    <p:sldId xmlns:r="http://schemas.openxmlformats.org/officeDocument/2006/relationships" id="276" r:id="R931c8a0f58844a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676698f6448ef" /><Relationship Type="http://schemas.openxmlformats.org/officeDocument/2006/relationships/slideMaster" Target="/ppt/slideMasters/slideMaster1.xml" Id="Rfd00516d1f69427b" /><Relationship Type="http://schemas.openxmlformats.org/officeDocument/2006/relationships/notesMaster" Target="/ppt/notesMasters/notesMaster1.xml" Id="R102f4a17653d4d2c" /><Relationship Type="http://schemas.openxmlformats.org/officeDocument/2006/relationships/presProps" Target="/ppt/presProps.xml" Id="R7f84b5180bca4eb6" /><Relationship Type="http://schemas.openxmlformats.org/officeDocument/2006/relationships/tableStyles" Target="/ppt/tableStyles.xml" Id="R9de4058f8c224819" /><Relationship Type="http://schemas.openxmlformats.org/officeDocument/2006/relationships/slide" Target="/ppt/slides/slide1.xml" Id="R5ce5d72ed7e44c3b" /><Relationship Type="http://schemas.openxmlformats.org/officeDocument/2006/relationships/slide" Target="/ppt/slides/slide2.xml" Id="R9b05dfbbd5734db5" /><Relationship Type="http://schemas.openxmlformats.org/officeDocument/2006/relationships/slide" Target="/ppt/slides/slide3.xml" Id="R3a8d8607eb4d4464" /><Relationship Type="http://schemas.openxmlformats.org/officeDocument/2006/relationships/slide" Target="/ppt/slides/slide4.xml" Id="R9215ff9e4a1946ae" /><Relationship Type="http://schemas.openxmlformats.org/officeDocument/2006/relationships/slide" Target="/ppt/slides/slide5.xml" Id="R409bd0fa5f7147f7" /><Relationship Type="http://schemas.openxmlformats.org/officeDocument/2006/relationships/slide" Target="/ppt/slides/slide6.xml" Id="R4e71ce34219a4d40" /><Relationship Type="http://schemas.openxmlformats.org/officeDocument/2006/relationships/slide" Target="/ppt/slides/slide7.xml" Id="Rcf5b8635b3744fac" /><Relationship Type="http://schemas.openxmlformats.org/officeDocument/2006/relationships/slide" Target="/ppt/slides/slide8.xml" Id="R80d81828014f4255" /><Relationship Type="http://schemas.openxmlformats.org/officeDocument/2006/relationships/slide" Target="/ppt/slides/slide9.xml" Id="Rf6a3aa8623b142a5" /><Relationship Type="http://schemas.openxmlformats.org/officeDocument/2006/relationships/slide" Target="/ppt/slides/slide10.xml" Id="R278a4b1856cd4294" /><Relationship Type="http://schemas.openxmlformats.org/officeDocument/2006/relationships/slide" Target="/ppt/slides/slide11.xml" Id="Rf44b884c4eb04dc5" /><Relationship Type="http://schemas.openxmlformats.org/officeDocument/2006/relationships/slide" Target="/ppt/slides/slide12.xml" Id="R30484aec1a7b47a5" /><Relationship Type="http://schemas.openxmlformats.org/officeDocument/2006/relationships/slide" Target="/ppt/slides/slide13.xml" Id="R12b69baefdf04728" /><Relationship Type="http://schemas.openxmlformats.org/officeDocument/2006/relationships/slide" Target="/ppt/slides/slide14.xml" Id="R7dc985fa770c48c0" /><Relationship Type="http://schemas.openxmlformats.org/officeDocument/2006/relationships/slide" Target="/ppt/slides/slide15.xml" Id="R0ca203b1d94b4935" /><Relationship Type="http://schemas.openxmlformats.org/officeDocument/2006/relationships/slide" Target="/ppt/slides/slide16.xml" Id="Re5c84908fee44f7f" /><Relationship Type="http://schemas.openxmlformats.org/officeDocument/2006/relationships/slide" Target="/ppt/slides/slide17.xml" Id="R1a6a50db94d64613" /><Relationship Type="http://schemas.openxmlformats.org/officeDocument/2006/relationships/slide" Target="/ppt/slides/slide18.xml" Id="Rb9b770bd863246af" /><Relationship Type="http://schemas.openxmlformats.org/officeDocument/2006/relationships/slide" Target="/ppt/slides/slide19.xml" Id="R9a0eec185a7146bf" /><Relationship Type="http://schemas.openxmlformats.org/officeDocument/2006/relationships/slide" Target="/ppt/slides/slide20.xml" Id="R11fc1e0e93414441" /><Relationship Type="http://schemas.openxmlformats.org/officeDocument/2006/relationships/slide" Target="/ppt/slides/slide21.xml" Id="R931c8a0f5884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2a1363d734c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b0dc936324264" /><Relationship Type="http://schemas.openxmlformats.org/officeDocument/2006/relationships/notesMaster" Target="/ppt/notesMasters/notesMaster1.xml" Id="R2d693f9209cc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954724bfe429f" /><Relationship Type="http://schemas.openxmlformats.org/officeDocument/2006/relationships/notesMaster" Target="/ppt/notesMasters/notesMaster1.xml" Id="R0bc449c9666a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ca0c492555461b" /><Relationship Type="http://schemas.openxmlformats.org/officeDocument/2006/relationships/notesMaster" Target="/ppt/notesMasters/notesMaster1.xml" Id="Read0fd7744d647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6631b915446b8" /><Relationship Type="http://schemas.openxmlformats.org/officeDocument/2006/relationships/notesMaster" Target="/ppt/notesMasters/notesMaster1.xml" Id="Rb65fdbca0e44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f475200f54e66" /><Relationship Type="http://schemas.openxmlformats.org/officeDocument/2006/relationships/notesMaster" Target="/ppt/notesMasters/notesMaster1.xml" Id="Rbf791bc596c3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1c74e6a22b44a1" /><Relationship Type="http://schemas.openxmlformats.org/officeDocument/2006/relationships/notesMaster" Target="/ppt/notesMasters/notesMaster1.xml" Id="Rde1d8b50756c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1fa2bdde04995" /><Relationship Type="http://schemas.openxmlformats.org/officeDocument/2006/relationships/notesMaster" Target="/ppt/notesMasters/notesMaster1.xml" Id="R0f9f92d3d00f40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a67cb2b73b44ad" /><Relationship Type="http://schemas.openxmlformats.org/officeDocument/2006/relationships/notesMaster" Target="/ppt/notesMasters/notesMaster1.xml" Id="R0de6dc91b0f94d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ee6d406600481b" /><Relationship Type="http://schemas.openxmlformats.org/officeDocument/2006/relationships/notesMaster" Target="/ppt/notesMasters/notesMaster1.xml" Id="R015bb6dd2e5048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41191477b34675" /><Relationship Type="http://schemas.openxmlformats.org/officeDocument/2006/relationships/notesMaster" Target="/ppt/notesMasters/notesMaster1.xml" Id="Rf318b02b885d49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14d9271e084e21" /><Relationship Type="http://schemas.openxmlformats.org/officeDocument/2006/relationships/notesMaster" Target="/ppt/notesMasters/notesMaster1.xml" Id="Ree6f7b5cb21d4e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d85abb226343d2" /><Relationship Type="http://schemas.openxmlformats.org/officeDocument/2006/relationships/notesMaster" Target="/ppt/notesMasters/notesMaster1.xml" Id="Ref23cafeb24948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3ad08d0b40431e" /><Relationship Type="http://schemas.openxmlformats.org/officeDocument/2006/relationships/notesMaster" Target="/ppt/notesMasters/notesMaster1.xml" Id="R65b7b2bb48344b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99324afcd941d5" /><Relationship Type="http://schemas.openxmlformats.org/officeDocument/2006/relationships/notesMaster" Target="/ppt/notesMasters/notesMaster1.xml" Id="R6f6ced11915946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8c9632bf9e4149" /><Relationship Type="http://schemas.openxmlformats.org/officeDocument/2006/relationships/notesMaster" Target="/ppt/notesMasters/notesMaster1.xml" Id="Rb2a9364c42d1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92eaa4b1784330" /><Relationship Type="http://schemas.openxmlformats.org/officeDocument/2006/relationships/notesMaster" Target="/ppt/notesMasters/notesMaster1.xml" Id="R3d27e7ed70c54f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b4d1c650fb4af4" /><Relationship Type="http://schemas.openxmlformats.org/officeDocument/2006/relationships/notesMaster" Target="/ppt/notesMasters/notesMaster1.xml" Id="Rb2b3481f9c5647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429023a3134c76" /><Relationship Type="http://schemas.openxmlformats.org/officeDocument/2006/relationships/notesMaster" Target="/ppt/notesMasters/notesMaster1.xml" Id="R6e6b9837118747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83d638f60c4eca" /><Relationship Type="http://schemas.openxmlformats.org/officeDocument/2006/relationships/notesMaster" Target="/ppt/notesMasters/notesMaster1.xml" Id="R54b82d5def3243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adf6c2718d4013" /><Relationship Type="http://schemas.openxmlformats.org/officeDocument/2006/relationships/notesMaster" Target="/ppt/notesMasters/notesMaster1.xml" Id="R3edc312f1a124b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9af70e9d0134525" /><Relationship Type="http://schemas.openxmlformats.org/officeDocument/2006/relationships/notesMaster" Target="/ppt/notesMasters/notesMaster1.xml" Id="R43234e629746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4897d767940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727bbf809476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ea6bd0b6148a6" /><Relationship Type="http://schemas.openxmlformats.org/officeDocument/2006/relationships/slideLayout" Target="/ppt/slideLayouts/slideLayout1.xml" Id="Raeddf26e4b134941" /><Relationship Type="http://schemas.openxmlformats.org/officeDocument/2006/relationships/slideLayout" Target="/ppt/slideLayouts/slideLayout2.xml" Id="Re2b87aae302849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ddf26e4b134941"/>
    <p:sldLayoutId xmlns:r="http://schemas.openxmlformats.org/officeDocument/2006/relationships" id="2147483650" r:id="Re2b87aae3028497d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a069424604b5e" /><Relationship Type="http://schemas.openxmlformats.org/officeDocument/2006/relationships/image" Target="/ppt/media/image.png" Id="R93637a786af546cf" /><Relationship Type="http://schemas.openxmlformats.org/officeDocument/2006/relationships/image" Target="/ppt/media/image2.png" Id="Rfb66106a635548dd" /><Relationship Type="http://schemas.openxmlformats.org/officeDocument/2006/relationships/notesSlide" Target="/ppt/notesSlides/notesSlide1.xml" Id="Ra14e06ff5ffb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d626e913c94e26" /><Relationship Type="http://schemas.openxmlformats.org/officeDocument/2006/relationships/image" Target="/ppt/media/image2.png" Id="R4ddf2f1be1a142bb" /><Relationship Type="http://schemas.openxmlformats.org/officeDocument/2006/relationships/notesSlide" Target="/ppt/notesSlides/notesSlide2.xml" Id="R3e135e9c43ce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cadfd5b9d4402" /><Relationship Type="http://schemas.openxmlformats.org/officeDocument/2006/relationships/image" Target="/ppt/media/image2.png" Id="R11ccf7d5309f4591" /><Relationship Type="http://schemas.openxmlformats.org/officeDocument/2006/relationships/notesSlide" Target="/ppt/notesSlides/notesSlide3.xml" Id="Rf43219b20f7b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78f57d1bb644a6" /><Relationship Type="http://schemas.openxmlformats.org/officeDocument/2006/relationships/image" Target="/ppt/media/image2.png" Id="Rfd8888b5bcb445b4" /><Relationship Type="http://schemas.openxmlformats.org/officeDocument/2006/relationships/notesSlide" Target="/ppt/notesSlides/notesSlide4.xml" Id="R602ee7f51f6d4f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e944e25ae430b" /><Relationship Type="http://schemas.openxmlformats.org/officeDocument/2006/relationships/image" Target="/ppt/media/image2.png" Id="R6c7dc166e1004439" /><Relationship Type="http://schemas.openxmlformats.org/officeDocument/2006/relationships/notesSlide" Target="/ppt/notesSlides/notesSlide5.xml" Id="R9296134b892c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097cfa52964ae4" /><Relationship Type="http://schemas.openxmlformats.org/officeDocument/2006/relationships/image" Target="/ppt/media/image2.png" Id="Ra677ca75da214e06" /><Relationship Type="http://schemas.openxmlformats.org/officeDocument/2006/relationships/notesSlide" Target="/ppt/notesSlides/notesSlide6.xml" Id="R0860ec06d47c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b67745ec34760" /><Relationship Type="http://schemas.openxmlformats.org/officeDocument/2006/relationships/image" Target="/ppt/media/image2.png" Id="R8a63901c899244c9" /><Relationship Type="http://schemas.openxmlformats.org/officeDocument/2006/relationships/notesSlide" Target="/ppt/notesSlides/notesSlide7.xml" Id="Re9de203f60a3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0d35b1b4b44789" /><Relationship Type="http://schemas.openxmlformats.org/officeDocument/2006/relationships/image" Target="/ppt/media/image2.png" Id="R9d61201f2f9841d7" /><Relationship Type="http://schemas.openxmlformats.org/officeDocument/2006/relationships/notesSlide" Target="/ppt/notesSlides/notesSlide8.xml" Id="R8c65d41b8c80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3c7ffde6744a1" /><Relationship Type="http://schemas.openxmlformats.org/officeDocument/2006/relationships/image" Target="/ppt/media/image2.png" Id="Rd6e9e29f36744091" /><Relationship Type="http://schemas.openxmlformats.org/officeDocument/2006/relationships/notesSlide" Target="/ppt/notesSlides/notesSlide9.xml" Id="Rdb512d8f8a314b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af6ad831f4f7c" /><Relationship Type="http://schemas.openxmlformats.org/officeDocument/2006/relationships/image" Target="/ppt/media/image2.png" Id="R0b09b59a8687479f" /><Relationship Type="http://schemas.openxmlformats.org/officeDocument/2006/relationships/notesSlide" Target="/ppt/notesSlides/notesSlide10.xml" Id="R1d7696a5563c49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67bfdd8c04dad" /><Relationship Type="http://schemas.openxmlformats.org/officeDocument/2006/relationships/image" Target="/ppt/media/image2.png" Id="R06648b12b8ab4753" /><Relationship Type="http://schemas.openxmlformats.org/officeDocument/2006/relationships/notesSlide" Target="/ppt/notesSlides/notesSlide11.xml" Id="R426f99b71bc844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6a4f6ee254006" /><Relationship Type="http://schemas.openxmlformats.org/officeDocument/2006/relationships/image" Target="/ppt/media/image2.png" Id="R190b3095269e42b0" /><Relationship Type="http://schemas.openxmlformats.org/officeDocument/2006/relationships/notesSlide" Target="/ppt/notesSlides/notesSlide12.xml" Id="Rc539e590a43245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9554d5ebb4772" /><Relationship Type="http://schemas.openxmlformats.org/officeDocument/2006/relationships/image" Target="/ppt/media/image2.png" Id="R739984f3e5544091" /><Relationship Type="http://schemas.openxmlformats.org/officeDocument/2006/relationships/notesSlide" Target="/ppt/notesSlides/notesSlide13.xml" Id="R2ab0b6dd64ad48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b535e308a43c4" /><Relationship Type="http://schemas.openxmlformats.org/officeDocument/2006/relationships/image" Target="/ppt/media/image2.png" Id="Rdb7b1375ca1b4b28" /><Relationship Type="http://schemas.openxmlformats.org/officeDocument/2006/relationships/notesSlide" Target="/ppt/notesSlides/notesSlide14.xml" Id="R11ea29d7a44344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4ef31ab574302" /><Relationship Type="http://schemas.openxmlformats.org/officeDocument/2006/relationships/image" Target="/ppt/media/image2.png" Id="R8103e9629c6c4811" /><Relationship Type="http://schemas.openxmlformats.org/officeDocument/2006/relationships/notesSlide" Target="/ppt/notesSlides/notesSlide15.xml" Id="Reab76bc89f8447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7bbf1c0f9451f" /><Relationship Type="http://schemas.openxmlformats.org/officeDocument/2006/relationships/image" Target="/ppt/media/image2.png" Id="R9d1abcd552764842" /><Relationship Type="http://schemas.openxmlformats.org/officeDocument/2006/relationships/notesSlide" Target="/ppt/notesSlides/notesSlide16.xml" Id="R6070215f16e745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664810c884cbe" /><Relationship Type="http://schemas.openxmlformats.org/officeDocument/2006/relationships/image" Target="/ppt/media/image2.png" Id="Ra09223822b04423d" /><Relationship Type="http://schemas.openxmlformats.org/officeDocument/2006/relationships/notesSlide" Target="/ppt/notesSlides/notesSlide17.xml" Id="R51c435943df543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8ecf3934c42b2" /><Relationship Type="http://schemas.openxmlformats.org/officeDocument/2006/relationships/image" Target="/ppt/media/image2.png" Id="R205eddf0b24d4ac8" /><Relationship Type="http://schemas.openxmlformats.org/officeDocument/2006/relationships/notesSlide" Target="/ppt/notesSlides/notesSlide18.xml" Id="R08b6a4913fb044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0bd495f034482" /><Relationship Type="http://schemas.openxmlformats.org/officeDocument/2006/relationships/image" Target="/ppt/media/image2.png" Id="R72d6514116bb44bf" /><Relationship Type="http://schemas.openxmlformats.org/officeDocument/2006/relationships/notesSlide" Target="/ppt/notesSlides/notesSlide19.xml" Id="Rc115c9e181c14a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0c0683f5ea4ca5" /><Relationship Type="http://schemas.openxmlformats.org/officeDocument/2006/relationships/image" Target="/ppt/media/image2.png" Id="Rc21ca556394240d8" /><Relationship Type="http://schemas.openxmlformats.org/officeDocument/2006/relationships/notesSlide" Target="/ppt/notesSlides/notesSlide20.xml" Id="R264becea5f0941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48cff70fc4d3f" /><Relationship Type="http://schemas.openxmlformats.org/officeDocument/2006/relationships/image" Target="/ppt/media/image.png" Id="R64ed188e08e34673" /><Relationship Type="http://schemas.openxmlformats.org/officeDocument/2006/relationships/image" Target="/ppt/media/image2.png" Id="Rcd559b93dc2c49e8" /><Relationship Type="http://schemas.openxmlformats.org/officeDocument/2006/relationships/notesSlide" Target="/ppt/notesSlides/notesSlide21.xml" Id="R3d5ed0d2be4547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37a786af546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6106a6355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Multilevel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dan Longitudinal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Bertho Tantular,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Multilevel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Longitudinal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f2f1be1a1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Multilevel &amp; Longitudinal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Fokus materi: desain proyek, pemilihan data, analisis eksploratif, model awal, rencana diagnosis.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Arah pembelajaran mata kuliah ini mengikuti empat capaian utama.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menganalisis struktur data hierarkis atau…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memilih dan menerapkan model multilevel atau…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Ketiga, mahasiswa mampu mengimplementasikan model secara komputasi…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Pendidikan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Wilayah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Longitudinal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cf7d5309f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Arah pembelajaran mata kuliah ini mengikuti empat capaian utama.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menganalisis struktur data hierarkis atau longitudinal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memilih dan menerapkan model multilevel atau longitudinal sesuai…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888b5bcb445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Analisis, Identifikasi Level, Dependency, Linier Klasik dan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Multilevel Dasar, Random Slope dan, Evaluasi, UTS: Proyek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Longitudinal, Pertumbuhan, Generalized Linear, Estimasi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Implementasi, Kasus Nyata di, Penyusunan, UAS: Proyek Akhir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dc166e100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Multilevel &amp; Longitudinal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7ca75da21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3901c8992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Analisis, Identifikasi Level, Dependency, Linier Klasik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Pengantar Analisis Multilevel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Identifikasi Level Data, Unit…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Dependency, Missing Data, Outlier…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Multilevel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Identifikasi Level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Dependency, Missing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Linier Klasik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Multilevel Dasar: Random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01f2f9841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Dependency, Linier Klasik dan, Multilevel Dasar, Random Slope dan, Evaluasi, UTS: Proyek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Dependency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45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SubCPMK1 - Mengidentifikasi dependency…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Linier Klasik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79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SubCPMK1 - Menjelaskan mengapa regresi…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Multilevel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35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SubCPMK2 - Mengevaluasi dan memilih model…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367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Random Slope dan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503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SubCPMK2 - Membandingkan random intercept…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Evaluasi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35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SubCPMK2 - Mengevaluasi model, asumsi…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Proyek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SubCPMK1 dan SubCPMK2.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Linier Klasik dan Keterbatasannya pada Data Kompleks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Evaluasi, Perbandingan, dan Diagnosis Model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9e29f36744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Random Slope dan Interaksi Lintas Level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Multilevel Dasar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SubCPMK2…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Random Slope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SubCPMK2…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Evaluasi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SubCPMK2…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Integrasi SubCPMK1…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Longitudinal: Growth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SubCPMK3…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9b59a868747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48b12b8ab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b3095269e42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984f3e5544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Longitudinal, Pertumbuhan, Generalized Linear, Estimasi, Implementasi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Longitudinal: Growth Curve Modeling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Generalized Linear Mixed Models untuk Data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Implementasi Komputasi dengan R, SPSS, dan SAS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Longitudinal: Growth Curve…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Pertumbuhan Non-Linear, Waktu Tidak…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Generalized Linear Mixed Models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Estimasi Parameter, ML, REML, Uji Model…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Implementasi Komputasi dengan R, SPSS…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b1375ca1b4b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3e9629c6c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Pertumbuhan Non-Linear, Waktu Tidak…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Generalized Linear Mixed Models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Estimasi Parameter, ML, REML, Uji…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Implementasi Komputasi dengan R, SPSS…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Aplikasi Kasus Nyata di Pendidikan…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Penyusunan Proposal Riset…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abcd55276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223822b0442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eddf0b24d4a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Generalized Linear Mixed Models…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Estimasi Parameter, ML, REML, Uji…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Implementasi Komputasi dengan R…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Aplikasi Kasus Nyata di…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Penyusunan Proposal Riset…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Proyek Akhir, Laporan…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6514116bb44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Pengantar Analisis…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Identifikasi Level Data…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Multilevel Dasar…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 Pendahuluan…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Pertumbuhan Non-Linear…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Penyusunan Proposal Riset…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ca556394240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Multilevel &amp; Longitudinal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konsekuensi…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konsekuensi substantif…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 Anda…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Anda membedakan…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model…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model yang lebih…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Informasi apa…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Informasi apa yang harus…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 hasil…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hasil model dapat…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d188e08e3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59b93dc2c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Multilevel &amp; Longitudinal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Multilevel dan Longitudinal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2026-07-26T23:34:11.0660000Z</dcterms:created>
  <dcterms:modified xsi:type="dcterms:W3CDTF">2026-07-26T23:34:11.0660000Z</dcterms:modified>
</coreProperties>
</file>