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788fbe88284fd6" /><Relationship Type="http://schemas.openxmlformats.org/officeDocument/2006/relationships/extended-properties" Target="/docProps/app.xml" Id="R0e9b476cd48a402e" /><Relationship Type="http://schemas.openxmlformats.org/officeDocument/2006/relationships/officeDocument" Target="/ppt/presentation.xml" Id="R67bb83d0457f46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d2314afadc498b"/>
  </p:sldMasterIdLst>
  <p:notesMasterIdLst>
    <p:notesMasterId xmlns:r="http://schemas.openxmlformats.org/officeDocument/2006/relationships" r:id="R5f6b78bcdf204239"/>
  </p:notesMasterIdLst>
  <p:sldIdLst>
    <p:sldId xmlns:r="http://schemas.openxmlformats.org/officeDocument/2006/relationships" id="256" r:id="R44bd4e097a9f4f8e"/>
    <p:sldId xmlns:r="http://schemas.openxmlformats.org/officeDocument/2006/relationships" id="257" r:id="Ree04b4a85e39425a"/>
    <p:sldId xmlns:r="http://schemas.openxmlformats.org/officeDocument/2006/relationships" id="258" r:id="R7b0a17e70012401d"/>
    <p:sldId xmlns:r="http://schemas.openxmlformats.org/officeDocument/2006/relationships" id="259" r:id="R7ad5b03d47704266"/>
    <p:sldId xmlns:r="http://schemas.openxmlformats.org/officeDocument/2006/relationships" id="260" r:id="R7e084fcdb734476a"/>
    <p:sldId xmlns:r="http://schemas.openxmlformats.org/officeDocument/2006/relationships" id="261" r:id="R30e5717da83841d9"/>
    <p:sldId xmlns:r="http://schemas.openxmlformats.org/officeDocument/2006/relationships" id="262" r:id="R09606a7de6124246"/>
    <p:sldId xmlns:r="http://schemas.openxmlformats.org/officeDocument/2006/relationships" id="263" r:id="R977fa20c50ed4c51"/>
    <p:sldId xmlns:r="http://schemas.openxmlformats.org/officeDocument/2006/relationships" id="264" r:id="R55715b2f1999421d"/>
    <p:sldId xmlns:r="http://schemas.openxmlformats.org/officeDocument/2006/relationships" id="265" r:id="Ra3ca62abef05473d"/>
    <p:sldId xmlns:r="http://schemas.openxmlformats.org/officeDocument/2006/relationships" id="266" r:id="R4e22c51cafd84e49"/>
    <p:sldId xmlns:r="http://schemas.openxmlformats.org/officeDocument/2006/relationships" id="267" r:id="R7a023ac163114906"/>
    <p:sldId xmlns:r="http://schemas.openxmlformats.org/officeDocument/2006/relationships" id="268" r:id="Re9ab7cce468f4302"/>
    <p:sldId xmlns:r="http://schemas.openxmlformats.org/officeDocument/2006/relationships" id="269" r:id="R177e493b712c4585"/>
    <p:sldId xmlns:r="http://schemas.openxmlformats.org/officeDocument/2006/relationships" id="270" r:id="Rc833f778661d47f3"/>
    <p:sldId xmlns:r="http://schemas.openxmlformats.org/officeDocument/2006/relationships" id="271" r:id="R716c0d438bf64527"/>
    <p:sldId xmlns:r="http://schemas.openxmlformats.org/officeDocument/2006/relationships" id="272" r:id="R93527fa744f3430f"/>
    <p:sldId xmlns:r="http://schemas.openxmlformats.org/officeDocument/2006/relationships" id="273" r:id="Rfec3b03a1d1b456e"/>
    <p:sldId xmlns:r="http://schemas.openxmlformats.org/officeDocument/2006/relationships" id="274" r:id="Rf879431d65974e32"/>
    <p:sldId xmlns:r="http://schemas.openxmlformats.org/officeDocument/2006/relationships" id="275" r:id="R27f6464ca29d41e7"/>
    <p:sldId xmlns:r="http://schemas.openxmlformats.org/officeDocument/2006/relationships" id="276" r:id="R7611b2784a014f6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a77cd87b8b401d" /><Relationship Type="http://schemas.openxmlformats.org/officeDocument/2006/relationships/slideMaster" Target="/ppt/slideMasters/slideMaster1.xml" Id="R75d2314afadc498b" /><Relationship Type="http://schemas.openxmlformats.org/officeDocument/2006/relationships/notesMaster" Target="/ppt/notesMasters/notesMaster1.xml" Id="R5f6b78bcdf204239" /><Relationship Type="http://schemas.openxmlformats.org/officeDocument/2006/relationships/presProps" Target="/ppt/presProps.xml" Id="R83ae5bbf5b7c456c" /><Relationship Type="http://schemas.openxmlformats.org/officeDocument/2006/relationships/tableStyles" Target="/ppt/tableStyles.xml" Id="R34d931bc2e054b3c" /><Relationship Type="http://schemas.openxmlformats.org/officeDocument/2006/relationships/slide" Target="/ppt/slides/slide1.xml" Id="R44bd4e097a9f4f8e" /><Relationship Type="http://schemas.openxmlformats.org/officeDocument/2006/relationships/slide" Target="/ppt/slides/slide2.xml" Id="Ree04b4a85e39425a" /><Relationship Type="http://schemas.openxmlformats.org/officeDocument/2006/relationships/slide" Target="/ppt/slides/slide3.xml" Id="R7b0a17e70012401d" /><Relationship Type="http://schemas.openxmlformats.org/officeDocument/2006/relationships/slide" Target="/ppt/slides/slide4.xml" Id="R7ad5b03d47704266" /><Relationship Type="http://schemas.openxmlformats.org/officeDocument/2006/relationships/slide" Target="/ppt/slides/slide5.xml" Id="R7e084fcdb734476a" /><Relationship Type="http://schemas.openxmlformats.org/officeDocument/2006/relationships/slide" Target="/ppt/slides/slide6.xml" Id="R30e5717da83841d9" /><Relationship Type="http://schemas.openxmlformats.org/officeDocument/2006/relationships/slide" Target="/ppt/slides/slide7.xml" Id="R09606a7de6124246" /><Relationship Type="http://schemas.openxmlformats.org/officeDocument/2006/relationships/slide" Target="/ppt/slides/slide8.xml" Id="R977fa20c50ed4c51" /><Relationship Type="http://schemas.openxmlformats.org/officeDocument/2006/relationships/slide" Target="/ppt/slides/slide9.xml" Id="R55715b2f1999421d" /><Relationship Type="http://schemas.openxmlformats.org/officeDocument/2006/relationships/slide" Target="/ppt/slides/slide10.xml" Id="Ra3ca62abef05473d" /><Relationship Type="http://schemas.openxmlformats.org/officeDocument/2006/relationships/slide" Target="/ppt/slides/slide11.xml" Id="R4e22c51cafd84e49" /><Relationship Type="http://schemas.openxmlformats.org/officeDocument/2006/relationships/slide" Target="/ppt/slides/slide12.xml" Id="R7a023ac163114906" /><Relationship Type="http://schemas.openxmlformats.org/officeDocument/2006/relationships/slide" Target="/ppt/slides/slide13.xml" Id="Re9ab7cce468f4302" /><Relationship Type="http://schemas.openxmlformats.org/officeDocument/2006/relationships/slide" Target="/ppt/slides/slide14.xml" Id="R177e493b712c4585" /><Relationship Type="http://schemas.openxmlformats.org/officeDocument/2006/relationships/slide" Target="/ppt/slides/slide15.xml" Id="Rc833f778661d47f3" /><Relationship Type="http://schemas.openxmlformats.org/officeDocument/2006/relationships/slide" Target="/ppt/slides/slide16.xml" Id="R716c0d438bf64527" /><Relationship Type="http://schemas.openxmlformats.org/officeDocument/2006/relationships/slide" Target="/ppt/slides/slide17.xml" Id="R93527fa744f3430f" /><Relationship Type="http://schemas.openxmlformats.org/officeDocument/2006/relationships/slide" Target="/ppt/slides/slide18.xml" Id="Rfec3b03a1d1b456e" /><Relationship Type="http://schemas.openxmlformats.org/officeDocument/2006/relationships/slide" Target="/ppt/slides/slide19.xml" Id="Rf879431d65974e32" /><Relationship Type="http://schemas.openxmlformats.org/officeDocument/2006/relationships/slide" Target="/ppt/slides/slide20.xml" Id="R27f6464ca29d41e7" /><Relationship Type="http://schemas.openxmlformats.org/officeDocument/2006/relationships/slide" Target="/ppt/slides/slide21.xml" Id="R7611b2784a014f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16241a753c48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62e2050d5d4009" /><Relationship Type="http://schemas.openxmlformats.org/officeDocument/2006/relationships/notesMaster" Target="/ppt/notesMasters/notesMaster1.xml" Id="R402005723e724f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c74b8ee0e44c75" /><Relationship Type="http://schemas.openxmlformats.org/officeDocument/2006/relationships/notesMaster" Target="/ppt/notesMasters/notesMaster1.xml" Id="R71664d61cf2d4c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14ad00da634403" /><Relationship Type="http://schemas.openxmlformats.org/officeDocument/2006/relationships/notesMaster" Target="/ppt/notesMasters/notesMaster1.xml" Id="Reca8a76f40f143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a54089d85f44c9" /><Relationship Type="http://schemas.openxmlformats.org/officeDocument/2006/relationships/notesMaster" Target="/ppt/notesMasters/notesMaster1.xml" Id="R663a87e3676045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c46dc1c7f64f08" /><Relationship Type="http://schemas.openxmlformats.org/officeDocument/2006/relationships/notesMaster" Target="/ppt/notesMasters/notesMaster1.xml" Id="R969438f1678240a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18eff2787346bc" /><Relationship Type="http://schemas.openxmlformats.org/officeDocument/2006/relationships/notesMaster" Target="/ppt/notesMasters/notesMaster1.xml" Id="R1393147d6fc542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5009ea31cf04168" /><Relationship Type="http://schemas.openxmlformats.org/officeDocument/2006/relationships/notesMaster" Target="/ppt/notesMasters/notesMaster1.xml" Id="Rbb462fd94b224f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e8b210efd04fac" /><Relationship Type="http://schemas.openxmlformats.org/officeDocument/2006/relationships/notesMaster" Target="/ppt/notesMasters/notesMaster1.xml" Id="Rc2863910a41b4d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fe0b9570d54d46" /><Relationship Type="http://schemas.openxmlformats.org/officeDocument/2006/relationships/notesMaster" Target="/ppt/notesMasters/notesMaster1.xml" Id="Rf08e2a91084f4a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2467b7364e44ce" /><Relationship Type="http://schemas.openxmlformats.org/officeDocument/2006/relationships/notesMaster" Target="/ppt/notesMasters/notesMaster1.xml" Id="Rb7972bce9b9b44e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3024c2628a4ae1" /><Relationship Type="http://schemas.openxmlformats.org/officeDocument/2006/relationships/notesMaster" Target="/ppt/notesMasters/notesMaster1.xml" Id="R7b16b67e261742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7b1d61ab8574dae" /><Relationship Type="http://schemas.openxmlformats.org/officeDocument/2006/relationships/notesMaster" Target="/ppt/notesMasters/notesMaster1.xml" Id="R1bbcab12ce9449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4e195374b004c4a" /><Relationship Type="http://schemas.openxmlformats.org/officeDocument/2006/relationships/notesMaster" Target="/ppt/notesMasters/notesMaster1.xml" Id="R2e690318073a41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3b4efa38e14405" /><Relationship Type="http://schemas.openxmlformats.org/officeDocument/2006/relationships/notesMaster" Target="/ppt/notesMasters/notesMaster1.xml" Id="R6cf911ad417546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977d47138d43c4" /><Relationship Type="http://schemas.openxmlformats.org/officeDocument/2006/relationships/notesMaster" Target="/ppt/notesMasters/notesMaster1.xml" Id="Rccb7be4841be4ac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29c9dd0c4c340db" /><Relationship Type="http://schemas.openxmlformats.org/officeDocument/2006/relationships/notesMaster" Target="/ppt/notesMasters/notesMaster1.xml" Id="Re9de762e249043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31e4c5f3f2845ed" /><Relationship Type="http://schemas.openxmlformats.org/officeDocument/2006/relationships/notesMaster" Target="/ppt/notesMasters/notesMaster1.xml" Id="R31f08c2f61024a7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89b536f242147c6" /><Relationship Type="http://schemas.openxmlformats.org/officeDocument/2006/relationships/notesMaster" Target="/ppt/notesMasters/notesMaster1.xml" Id="Rd29f9bb2cdc54fb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942f719a604efb" /><Relationship Type="http://schemas.openxmlformats.org/officeDocument/2006/relationships/notesMaster" Target="/ppt/notesMasters/notesMaster1.xml" Id="R5e2a175b16bd478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711986d3943448e" /><Relationship Type="http://schemas.openxmlformats.org/officeDocument/2006/relationships/notesMaster" Target="/ppt/notesMasters/notesMaster1.xml" Id="Rd2a20722359e44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ef0fb5274c540aa" /><Relationship Type="http://schemas.openxmlformats.org/officeDocument/2006/relationships/notesMaster" Target="/ppt/notesMasters/notesMaster1.xml" Id="R2df43365ef5c42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70cb3857c44e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eadaa2e6d4e1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3ec19cd5984589" /><Relationship Type="http://schemas.openxmlformats.org/officeDocument/2006/relationships/slideLayout" Target="/ppt/slideLayouts/slideLayout1.xml" Id="R16052a5c8c0b4ce4" /><Relationship Type="http://schemas.openxmlformats.org/officeDocument/2006/relationships/slideLayout" Target="/ppt/slideLayouts/slideLayout2.xml" Id="R612ef503a2744d0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052a5c8c0b4ce4"/>
    <p:sldLayoutId xmlns:r="http://schemas.openxmlformats.org/officeDocument/2006/relationships" id="2147483650" r:id="R612ef503a2744d05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5a1bbc6cf74a2b" /><Relationship Type="http://schemas.openxmlformats.org/officeDocument/2006/relationships/image" Target="/ppt/media/image.png" Id="R2e3152bfeaa549be" /><Relationship Type="http://schemas.openxmlformats.org/officeDocument/2006/relationships/image" Target="/ppt/media/image2.png" Id="Re13622fe835b42b8" /><Relationship Type="http://schemas.openxmlformats.org/officeDocument/2006/relationships/notesSlide" Target="/ppt/notesSlides/notesSlide1.xml" Id="Rd8190a56fa9a48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709711bde9481c" /><Relationship Type="http://schemas.openxmlformats.org/officeDocument/2006/relationships/image" Target="/ppt/media/image2.png" Id="Ra60345ab243f4134" /><Relationship Type="http://schemas.openxmlformats.org/officeDocument/2006/relationships/notesSlide" Target="/ppt/notesSlides/notesSlide2.xml" Id="R4af7e6199e5042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8f30305a0b4398" /><Relationship Type="http://schemas.openxmlformats.org/officeDocument/2006/relationships/image" Target="/ppt/media/image2.png" Id="R9d8cd74f8b1f4260" /><Relationship Type="http://schemas.openxmlformats.org/officeDocument/2006/relationships/notesSlide" Target="/ppt/notesSlides/notesSlide3.xml" Id="Ra717ca2dda0c48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412fbef7ec4b51" /><Relationship Type="http://schemas.openxmlformats.org/officeDocument/2006/relationships/image" Target="/ppt/media/image2.png" Id="R55382e4cbadc4f18" /><Relationship Type="http://schemas.openxmlformats.org/officeDocument/2006/relationships/notesSlide" Target="/ppt/notesSlides/notesSlide4.xml" Id="Rb3eaf56efd6a4b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090a5e8e474175" /><Relationship Type="http://schemas.openxmlformats.org/officeDocument/2006/relationships/image" Target="/ppt/media/image2.png" Id="Re0692c27588945a1" /><Relationship Type="http://schemas.openxmlformats.org/officeDocument/2006/relationships/notesSlide" Target="/ppt/notesSlides/notesSlide5.xml" Id="R93692317ba1f41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3106c18f9143bb" /><Relationship Type="http://schemas.openxmlformats.org/officeDocument/2006/relationships/image" Target="/ppt/media/image2.png" Id="R1276128cab1f4e1b" /><Relationship Type="http://schemas.openxmlformats.org/officeDocument/2006/relationships/notesSlide" Target="/ppt/notesSlides/notesSlide6.xml" Id="R0125212cdd7b43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405f0177ff4a2e" /><Relationship Type="http://schemas.openxmlformats.org/officeDocument/2006/relationships/image" Target="/ppt/media/image2.png" Id="R5b9a3a0d79004992" /><Relationship Type="http://schemas.openxmlformats.org/officeDocument/2006/relationships/notesSlide" Target="/ppt/notesSlides/notesSlide7.xml" Id="Rbd804778074542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e1010a8e9b44a8" /><Relationship Type="http://schemas.openxmlformats.org/officeDocument/2006/relationships/image" Target="/ppt/media/image2.png" Id="Rc5c1e441cf1e4471" /><Relationship Type="http://schemas.openxmlformats.org/officeDocument/2006/relationships/notesSlide" Target="/ppt/notesSlides/notesSlide8.xml" Id="Rcddd2c66706e49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e552abce89422a" /><Relationship Type="http://schemas.openxmlformats.org/officeDocument/2006/relationships/image" Target="/ppt/media/image2.png" Id="R8130e4b7f15c49c0" /><Relationship Type="http://schemas.openxmlformats.org/officeDocument/2006/relationships/notesSlide" Target="/ppt/notesSlides/notesSlide9.xml" Id="R376076f488bf42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fffb8d351d476f" /><Relationship Type="http://schemas.openxmlformats.org/officeDocument/2006/relationships/image" Target="/ppt/media/image2.png" Id="Rda437f748c514ce5" /><Relationship Type="http://schemas.openxmlformats.org/officeDocument/2006/relationships/notesSlide" Target="/ppt/notesSlides/notesSlide10.xml" Id="Rbba9b6e926d547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613a8fd9c74a0f" /><Relationship Type="http://schemas.openxmlformats.org/officeDocument/2006/relationships/image" Target="/ppt/media/image2.png" Id="R54a1a5751b1943d0" /><Relationship Type="http://schemas.openxmlformats.org/officeDocument/2006/relationships/notesSlide" Target="/ppt/notesSlides/notesSlide11.xml" Id="Rb55c169149f04f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71a88bf4634682" /><Relationship Type="http://schemas.openxmlformats.org/officeDocument/2006/relationships/image" Target="/ppt/media/image2.png" Id="Rd852686689ea4118" /><Relationship Type="http://schemas.openxmlformats.org/officeDocument/2006/relationships/notesSlide" Target="/ppt/notesSlides/notesSlide12.xml" Id="R74bf3b0ad897419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2bed02d49a48e8" /><Relationship Type="http://schemas.openxmlformats.org/officeDocument/2006/relationships/image" Target="/ppt/media/image2.png" Id="R839e23d0ae424792" /><Relationship Type="http://schemas.openxmlformats.org/officeDocument/2006/relationships/notesSlide" Target="/ppt/notesSlides/notesSlide13.xml" Id="R55b2a7d3b23745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e8e64dd1514d2e" /><Relationship Type="http://schemas.openxmlformats.org/officeDocument/2006/relationships/image" Target="/ppt/media/image2.png" Id="Rd77e602c5f894e82" /><Relationship Type="http://schemas.openxmlformats.org/officeDocument/2006/relationships/notesSlide" Target="/ppt/notesSlides/notesSlide14.xml" Id="R94cfb8b27eea4a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a4dd6b0351457a" /><Relationship Type="http://schemas.openxmlformats.org/officeDocument/2006/relationships/image" Target="/ppt/media/image2.png" Id="Rb012c258c1a54fef" /><Relationship Type="http://schemas.openxmlformats.org/officeDocument/2006/relationships/notesSlide" Target="/ppt/notesSlides/notesSlide15.xml" Id="Re2f044444b98497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081e1a32684731" /><Relationship Type="http://schemas.openxmlformats.org/officeDocument/2006/relationships/image" Target="/ppt/media/image2.png" Id="R6105468bb8e841d7" /><Relationship Type="http://schemas.openxmlformats.org/officeDocument/2006/relationships/notesSlide" Target="/ppt/notesSlides/notesSlide16.xml" Id="R0937d2a64052404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efb8bd9ddd4a48" /><Relationship Type="http://schemas.openxmlformats.org/officeDocument/2006/relationships/image" Target="/ppt/media/image2.png" Id="R2496f76bd2a54fef" /><Relationship Type="http://schemas.openxmlformats.org/officeDocument/2006/relationships/notesSlide" Target="/ppt/notesSlides/notesSlide17.xml" Id="R2477a8e073b140e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0f2a663a3c44ce" /><Relationship Type="http://schemas.openxmlformats.org/officeDocument/2006/relationships/image" Target="/ppt/media/image2.png" Id="Ra95c8667aed04089" /><Relationship Type="http://schemas.openxmlformats.org/officeDocument/2006/relationships/notesSlide" Target="/ppt/notesSlides/notesSlide18.xml" Id="Rfa9ce5ac09504ec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3fc41ccb1345c2" /><Relationship Type="http://schemas.openxmlformats.org/officeDocument/2006/relationships/image" Target="/ppt/media/image2.png" Id="R9ea7873b05034c60" /><Relationship Type="http://schemas.openxmlformats.org/officeDocument/2006/relationships/notesSlide" Target="/ppt/notesSlides/notesSlide19.xml" Id="R3bda59f3efbf438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82d5d788e24aed" /><Relationship Type="http://schemas.openxmlformats.org/officeDocument/2006/relationships/image" Target="/ppt/media/image2.png" Id="Rc65541deb4e54571" /><Relationship Type="http://schemas.openxmlformats.org/officeDocument/2006/relationships/notesSlide" Target="/ppt/notesSlides/notesSlide20.xml" Id="R205f180c631748c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4fca895a3d4d64" /><Relationship Type="http://schemas.openxmlformats.org/officeDocument/2006/relationships/image" Target="/ppt/media/image.png" Id="R67f904ad57ab4346" /><Relationship Type="http://schemas.openxmlformats.org/officeDocument/2006/relationships/image" Target="/ppt/media/image2.png" Id="R21d1758d7cbc4214" /><Relationship Type="http://schemas.openxmlformats.org/officeDocument/2006/relationships/notesSlide" Target="/ppt/notesSlides/notesSlide21.xml" Id="R940c6474554949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152bfeaa549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3622fe835b42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Persamaan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Struktural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Yusep Suparman, M.Sc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Persamaan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Struktural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345ab243f4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SEM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Modul ini dirancang dengan prinsip praktis, konseptual, dan riset-orientasi 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pemodelan persamaan struktural dan pendahuluan…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estimasi parameter sem: ml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Ekonomi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Pemerintahan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cd74f8b1f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pemodelan persamaan struktural dan pendahuluan sem dan posisi secara…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estimasi parameter sem: ml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82e4cbadc4f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SEM, Kausalitas, Teori, Indikator, Path Diagram dan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Confirmatory, Identifikasi Model, Estimasi Parameter, UTS: Integrasi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Goodness-of-Fit, Modifikasi Model, First-Order, SEM untuk Data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SEM Multilevel dan, Measurement, Interpretasi, UAS dan Proyek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92c27588945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SEM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6128cab1f4e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a3a0d790049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 SEM, Kausalitas, Teori, Indikator, Path Diagram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SEM dan Posisi SEM…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Kausalitas, Teori, dan Translasi…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Indikator Reflektif, Formatif…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SEM dan Posisi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Kausalitas, Teori,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Indikator Reflektif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Path Diagram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Confirmatory Factor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1e441cf1e44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Indikator, Path Diagram dan, Confirmatory, Identifikasi Model, Estimasi Parameter, UTS…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Indikator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posisi indikator reflektif…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780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Path Diagram dan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posisi path diagram dan…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Confirmatory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posisi confirmatory factor…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Identifikasi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posisi identifikasi model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Estimasi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8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posisi estimasi parameter sem…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Integrasi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posisi uts: integrasi model…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CR=((Σ_i λ_i)^2)/((Σ_i λ_i)^2+Σ_i θ_i), …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(θ) = model-implied covariance matrix, S = …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0e4b7f15c49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x = _x + , y =…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Confirmatory Factor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Menjelaskan posisi…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Identifikasi Model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Menjelaskan posisi…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Estimasi Parameter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Menjelaskan posisi…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Integrasi Model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Menjelaskan posisi…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Goodness-of-Fit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Menjelaskan posisi…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437f748c514c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Efek tidak langsung=a b, Efek total=c' + ab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1a5751b1943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2686689ea4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e23d0ae42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Goodness-of-Fit, Modifikasi Model, First-Order, SEM untuk Data, SEM Multilevel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RMSEA=((^2-df)/(df(N-1)),0)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77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CR=((Σ_i λ_i)^2)/((Σ_i λ_i)^2+Σ_i θ_i), 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y_it=_0i+_1it+ε_it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Goodness-of-Fit dan Evaluasi Kecocokan…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Modifikasi Model dan Strategi…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First-Order, Second-Order,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SEM untuk Data Non-Normal, Kategorik…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SEM Multilevel dan Longitudinal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e602c5f89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12c258c1a54f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Modifikasi Model dan Strategi…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First-Order, Second-Order,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SEM untuk Data Non-Normal, Kategorik…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SEM Multilevel dan Longitudinal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Measurement Invariance dan…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Interpretasi, Komunikasi Hasil, dan…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05468bb8e841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6f76bd2a54f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5c8667aed040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First-Order, Second-Order…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SEM untuk Data Non-Normal…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SEM Multilevel dan Longitudinal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Measurement Invariance dan…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Interpretasi, Komunikasi Hasil…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 dan Proyek Akhir: Riset…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a7873b0503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SEM dan…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Kausalitas, Teori, dan…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Confirmatory Factor…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Integrasi Model…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Modifikasi Model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Interpretasi, Komunikasi…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541deb4e545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SEM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 asumsi…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asumsi teoritis paling…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 risiko…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interpretasi jika…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Apakah model…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model Anda lebih cocok…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 Anda…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Anda akan…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Apakah setiap…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setiap konstruk…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904ad57ab43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d1758d7cbc42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SEM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SEM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2026-06-22T07:45:18.9790000Z</dcterms:created>
  <dcterms:modified xsi:type="dcterms:W3CDTF">2026-06-22T07:45:18.9790000Z</dcterms:modified>
</coreProperties>
</file>