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9db5b1bb042e8" /><Relationship Type="http://schemas.openxmlformats.org/officeDocument/2006/relationships/extended-properties" Target="/docProps/app.xml" Id="R2e5dd6499f4b4ff3" /><Relationship Type="http://schemas.openxmlformats.org/officeDocument/2006/relationships/officeDocument" Target="/ppt/presentation.xml" Id="Rd2520dec5f02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1b19919bd4dbb"/>
  </p:sldMasterIdLst>
  <p:notesMasterIdLst>
    <p:notesMasterId xmlns:r="http://schemas.openxmlformats.org/officeDocument/2006/relationships" r:id="Rc6ae9029b9ca4001"/>
  </p:notesMasterIdLst>
  <p:sldIdLst>
    <p:sldId xmlns:r="http://schemas.openxmlformats.org/officeDocument/2006/relationships" id="256" r:id="R829015f146544a24"/>
    <p:sldId xmlns:r="http://schemas.openxmlformats.org/officeDocument/2006/relationships" id="257" r:id="R17e23451b4c04e10"/>
    <p:sldId xmlns:r="http://schemas.openxmlformats.org/officeDocument/2006/relationships" id="258" r:id="Rfe88379936c04144"/>
    <p:sldId xmlns:r="http://schemas.openxmlformats.org/officeDocument/2006/relationships" id="259" r:id="Rc302e2d904ac4795"/>
    <p:sldId xmlns:r="http://schemas.openxmlformats.org/officeDocument/2006/relationships" id="260" r:id="R2e71dc00d8014f44"/>
    <p:sldId xmlns:r="http://schemas.openxmlformats.org/officeDocument/2006/relationships" id="261" r:id="R3d06a38c53f84bfd"/>
    <p:sldId xmlns:r="http://schemas.openxmlformats.org/officeDocument/2006/relationships" id="262" r:id="R50b9ca1738484c9e"/>
    <p:sldId xmlns:r="http://schemas.openxmlformats.org/officeDocument/2006/relationships" id="263" r:id="R9928c682f09341b3"/>
    <p:sldId xmlns:r="http://schemas.openxmlformats.org/officeDocument/2006/relationships" id="264" r:id="Rb3f6bcfb037241b4"/>
    <p:sldId xmlns:r="http://schemas.openxmlformats.org/officeDocument/2006/relationships" id="265" r:id="R6245a24a15ca4b3c"/>
    <p:sldId xmlns:r="http://schemas.openxmlformats.org/officeDocument/2006/relationships" id="266" r:id="Rdff7b057e8f5446a"/>
    <p:sldId xmlns:r="http://schemas.openxmlformats.org/officeDocument/2006/relationships" id="267" r:id="Rec3391bfd8014d6b"/>
    <p:sldId xmlns:r="http://schemas.openxmlformats.org/officeDocument/2006/relationships" id="268" r:id="Rd0fd60996f5d4167"/>
    <p:sldId xmlns:r="http://schemas.openxmlformats.org/officeDocument/2006/relationships" id="269" r:id="R33a99ed340df4125"/>
    <p:sldId xmlns:r="http://schemas.openxmlformats.org/officeDocument/2006/relationships" id="270" r:id="R93243d5b24df4cc4"/>
    <p:sldId xmlns:r="http://schemas.openxmlformats.org/officeDocument/2006/relationships" id="271" r:id="R25f00669dc844067"/>
    <p:sldId xmlns:r="http://schemas.openxmlformats.org/officeDocument/2006/relationships" id="272" r:id="R2ac95195948644f0"/>
    <p:sldId xmlns:r="http://schemas.openxmlformats.org/officeDocument/2006/relationships" id="273" r:id="R810105a68de74c16"/>
    <p:sldId xmlns:r="http://schemas.openxmlformats.org/officeDocument/2006/relationships" id="274" r:id="Rb215c51dd4364982"/>
    <p:sldId xmlns:r="http://schemas.openxmlformats.org/officeDocument/2006/relationships" id="275" r:id="R8400199bf7874cb3"/>
    <p:sldId xmlns:r="http://schemas.openxmlformats.org/officeDocument/2006/relationships" id="276" r:id="R6b8c94eee4f544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c8575b5bd4976" /><Relationship Type="http://schemas.openxmlformats.org/officeDocument/2006/relationships/slideMaster" Target="/ppt/slideMasters/slideMaster1.xml" Id="R5b51b19919bd4dbb" /><Relationship Type="http://schemas.openxmlformats.org/officeDocument/2006/relationships/notesMaster" Target="/ppt/notesMasters/notesMaster1.xml" Id="Rc6ae9029b9ca4001" /><Relationship Type="http://schemas.openxmlformats.org/officeDocument/2006/relationships/presProps" Target="/ppt/presProps.xml" Id="Rb54c074df49b47e3" /><Relationship Type="http://schemas.openxmlformats.org/officeDocument/2006/relationships/tableStyles" Target="/ppt/tableStyles.xml" Id="Rf40f6046cee84a7f" /><Relationship Type="http://schemas.openxmlformats.org/officeDocument/2006/relationships/slide" Target="/ppt/slides/slide1.xml" Id="R829015f146544a24" /><Relationship Type="http://schemas.openxmlformats.org/officeDocument/2006/relationships/slide" Target="/ppt/slides/slide2.xml" Id="R17e23451b4c04e10" /><Relationship Type="http://schemas.openxmlformats.org/officeDocument/2006/relationships/slide" Target="/ppt/slides/slide3.xml" Id="Rfe88379936c04144" /><Relationship Type="http://schemas.openxmlformats.org/officeDocument/2006/relationships/slide" Target="/ppt/slides/slide4.xml" Id="Rc302e2d904ac4795" /><Relationship Type="http://schemas.openxmlformats.org/officeDocument/2006/relationships/slide" Target="/ppt/slides/slide5.xml" Id="R2e71dc00d8014f44" /><Relationship Type="http://schemas.openxmlformats.org/officeDocument/2006/relationships/slide" Target="/ppt/slides/slide6.xml" Id="R3d06a38c53f84bfd" /><Relationship Type="http://schemas.openxmlformats.org/officeDocument/2006/relationships/slide" Target="/ppt/slides/slide7.xml" Id="R50b9ca1738484c9e" /><Relationship Type="http://schemas.openxmlformats.org/officeDocument/2006/relationships/slide" Target="/ppt/slides/slide8.xml" Id="R9928c682f09341b3" /><Relationship Type="http://schemas.openxmlformats.org/officeDocument/2006/relationships/slide" Target="/ppt/slides/slide9.xml" Id="Rb3f6bcfb037241b4" /><Relationship Type="http://schemas.openxmlformats.org/officeDocument/2006/relationships/slide" Target="/ppt/slides/slide10.xml" Id="R6245a24a15ca4b3c" /><Relationship Type="http://schemas.openxmlformats.org/officeDocument/2006/relationships/slide" Target="/ppt/slides/slide11.xml" Id="Rdff7b057e8f5446a" /><Relationship Type="http://schemas.openxmlformats.org/officeDocument/2006/relationships/slide" Target="/ppt/slides/slide12.xml" Id="Rec3391bfd8014d6b" /><Relationship Type="http://schemas.openxmlformats.org/officeDocument/2006/relationships/slide" Target="/ppt/slides/slide13.xml" Id="Rd0fd60996f5d4167" /><Relationship Type="http://schemas.openxmlformats.org/officeDocument/2006/relationships/slide" Target="/ppt/slides/slide14.xml" Id="R33a99ed340df4125" /><Relationship Type="http://schemas.openxmlformats.org/officeDocument/2006/relationships/slide" Target="/ppt/slides/slide15.xml" Id="R93243d5b24df4cc4" /><Relationship Type="http://schemas.openxmlformats.org/officeDocument/2006/relationships/slide" Target="/ppt/slides/slide16.xml" Id="R25f00669dc844067" /><Relationship Type="http://schemas.openxmlformats.org/officeDocument/2006/relationships/slide" Target="/ppt/slides/slide17.xml" Id="R2ac95195948644f0" /><Relationship Type="http://schemas.openxmlformats.org/officeDocument/2006/relationships/slide" Target="/ppt/slides/slide18.xml" Id="R810105a68de74c16" /><Relationship Type="http://schemas.openxmlformats.org/officeDocument/2006/relationships/slide" Target="/ppt/slides/slide19.xml" Id="Rb215c51dd4364982" /><Relationship Type="http://schemas.openxmlformats.org/officeDocument/2006/relationships/slide" Target="/ppt/slides/slide20.xml" Id="R8400199bf7874cb3" /><Relationship Type="http://schemas.openxmlformats.org/officeDocument/2006/relationships/slide" Target="/ppt/slides/slide21.xml" Id="R6b8c94eee4f544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f5a4537a8a43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70f3189ef49ef" /><Relationship Type="http://schemas.openxmlformats.org/officeDocument/2006/relationships/notesMaster" Target="/ppt/notesMasters/notesMaster1.xml" Id="R3fddb3a2b9f846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c6a9928a964ec9" /><Relationship Type="http://schemas.openxmlformats.org/officeDocument/2006/relationships/notesMaster" Target="/ppt/notesMasters/notesMaster1.xml" Id="R1ca60c950345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e995bac6e4d4a" /><Relationship Type="http://schemas.openxmlformats.org/officeDocument/2006/relationships/notesMaster" Target="/ppt/notesMasters/notesMaster1.xml" Id="R503b6f6fc334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3870bfad040eb" /><Relationship Type="http://schemas.openxmlformats.org/officeDocument/2006/relationships/notesMaster" Target="/ppt/notesMasters/notesMaster1.xml" Id="R07bf06b2fdb6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72ef1a1e94f2e" /><Relationship Type="http://schemas.openxmlformats.org/officeDocument/2006/relationships/notesMaster" Target="/ppt/notesMasters/notesMaster1.xml" Id="Ra525af3aa1564d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6b67e83a874801" /><Relationship Type="http://schemas.openxmlformats.org/officeDocument/2006/relationships/notesMaster" Target="/ppt/notesMasters/notesMaster1.xml" Id="Rde55888fc98448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ffa22874e74ad8" /><Relationship Type="http://schemas.openxmlformats.org/officeDocument/2006/relationships/notesMaster" Target="/ppt/notesMasters/notesMaster1.xml" Id="R809b1e8aff79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d9f4693120485a" /><Relationship Type="http://schemas.openxmlformats.org/officeDocument/2006/relationships/notesMaster" Target="/ppt/notesMasters/notesMaster1.xml" Id="Rcf507f4a52c941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de22237124acf" /><Relationship Type="http://schemas.openxmlformats.org/officeDocument/2006/relationships/notesMaster" Target="/ppt/notesMasters/notesMaster1.xml" Id="R5e7445f52ee747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74f325a4141f8" /><Relationship Type="http://schemas.openxmlformats.org/officeDocument/2006/relationships/notesMaster" Target="/ppt/notesMasters/notesMaster1.xml" Id="R594f352bc0c44d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11615825a04458" /><Relationship Type="http://schemas.openxmlformats.org/officeDocument/2006/relationships/notesMaster" Target="/ppt/notesMasters/notesMaster1.xml" Id="R367d2e67cd0746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9626a4cf4c4d00" /><Relationship Type="http://schemas.openxmlformats.org/officeDocument/2006/relationships/notesMaster" Target="/ppt/notesMasters/notesMaster1.xml" Id="R99f96fbda62e43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b79936a9d54fb8" /><Relationship Type="http://schemas.openxmlformats.org/officeDocument/2006/relationships/notesMaster" Target="/ppt/notesMasters/notesMaster1.xml" Id="R6ecd4d1fd0b44c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c92ed9456440fc" /><Relationship Type="http://schemas.openxmlformats.org/officeDocument/2006/relationships/notesMaster" Target="/ppt/notesMasters/notesMaster1.xml" Id="R3fa0c0712965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ef71d21d8e4537" /><Relationship Type="http://schemas.openxmlformats.org/officeDocument/2006/relationships/notesMaster" Target="/ppt/notesMasters/notesMaster1.xml" Id="R03ddaa80b10d48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43d6b29e66451f" /><Relationship Type="http://schemas.openxmlformats.org/officeDocument/2006/relationships/notesMaster" Target="/ppt/notesMasters/notesMaster1.xml" Id="R7b8bf46dfef04b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14bd1c71be441d" /><Relationship Type="http://schemas.openxmlformats.org/officeDocument/2006/relationships/notesMaster" Target="/ppt/notesMasters/notesMaster1.xml" Id="Rd89a3fff0d7e44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4cfda27df44e63" /><Relationship Type="http://schemas.openxmlformats.org/officeDocument/2006/relationships/notesMaster" Target="/ppt/notesMasters/notesMaster1.xml" Id="R9d817c5f68024d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33293323f34a86" /><Relationship Type="http://schemas.openxmlformats.org/officeDocument/2006/relationships/notesMaster" Target="/ppt/notesMasters/notesMaster1.xml" Id="Reea14dc7db0543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9dff6e1aa44d3b" /><Relationship Type="http://schemas.openxmlformats.org/officeDocument/2006/relationships/notesMaster" Target="/ppt/notesMasters/notesMaster1.xml" Id="Rd7d9826a6c444b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b8c5add8224725" /><Relationship Type="http://schemas.openxmlformats.org/officeDocument/2006/relationships/notesMaster" Target="/ppt/notesMasters/notesMaster1.xml" Id="R0146fcd479d0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45329a83346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269de7e47444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f7a5f3a9684d8a" /><Relationship Type="http://schemas.openxmlformats.org/officeDocument/2006/relationships/slideLayout" Target="/ppt/slideLayouts/slideLayout1.xml" Id="Rcd85a8b6e12745fa" /><Relationship Type="http://schemas.openxmlformats.org/officeDocument/2006/relationships/slideLayout" Target="/ppt/slideLayouts/slideLayout2.xml" Id="R1e6ed82ee2384a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5a8b6e12745fa"/>
    <p:sldLayoutId xmlns:r="http://schemas.openxmlformats.org/officeDocument/2006/relationships" id="2147483650" r:id="R1e6ed82ee2384a0a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aa6e227814ac1" /><Relationship Type="http://schemas.openxmlformats.org/officeDocument/2006/relationships/image" Target="/ppt/media/image.png" Id="R795e4474b2fe4986" /><Relationship Type="http://schemas.openxmlformats.org/officeDocument/2006/relationships/image" Target="/ppt/media/image2.png" Id="R21a1f5a6f24949b9" /><Relationship Type="http://schemas.openxmlformats.org/officeDocument/2006/relationships/notesSlide" Target="/ppt/notesSlides/notesSlide1.xml" Id="R50cabe19c256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382ab66cb4b4f" /><Relationship Type="http://schemas.openxmlformats.org/officeDocument/2006/relationships/image" Target="/ppt/media/image2.png" Id="R49fcb3e35054482f" /><Relationship Type="http://schemas.openxmlformats.org/officeDocument/2006/relationships/notesSlide" Target="/ppt/notesSlides/notesSlide2.xml" Id="R7776e86f912f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d97c49027a4290" /><Relationship Type="http://schemas.openxmlformats.org/officeDocument/2006/relationships/image" Target="/ppt/media/image2.png" Id="R03801b91b9c94500" /><Relationship Type="http://schemas.openxmlformats.org/officeDocument/2006/relationships/notesSlide" Target="/ppt/notesSlides/notesSlide3.xml" Id="R949ed589e8354e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cae9d30e34a74" /><Relationship Type="http://schemas.openxmlformats.org/officeDocument/2006/relationships/image" Target="/ppt/media/image2.png" Id="R6a7aaae40df44d00" /><Relationship Type="http://schemas.openxmlformats.org/officeDocument/2006/relationships/notesSlide" Target="/ppt/notesSlides/notesSlide4.xml" Id="R115f669be01f4b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4d571733242c6" /><Relationship Type="http://schemas.openxmlformats.org/officeDocument/2006/relationships/image" Target="/ppt/media/image2.png" Id="R2f5e742871aa4c18" /><Relationship Type="http://schemas.openxmlformats.org/officeDocument/2006/relationships/notesSlide" Target="/ppt/notesSlides/notesSlide5.xml" Id="R88cead9b9ed746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4760aeedb409b" /><Relationship Type="http://schemas.openxmlformats.org/officeDocument/2006/relationships/image" Target="/ppt/media/image2.png" Id="R398e156bb08a4f1a" /><Relationship Type="http://schemas.openxmlformats.org/officeDocument/2006/relationships/notesSlide" Target="/ppt/notesSlides/notesSlide6.xml" Id="R67f1d039e32f4e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411dbc11c42b0" /><Relationship Type="http://schemas.openxmlformats.org/officeDocument/2006/relationships/image" Target="/ppt/media/image2.png" Id="R9d57f1022ea84d9b" /><Relationship Type="http://schemas.openxmlformats.org/officeDocument/2006/relationships/notesSlide" Target="/ppt/notesSlides/notesSlide7.xml" Id="Ra30bae27a0774f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f2c68e2884d1f" /><Relationship Type="http://schemas.openxmlformats.org/officeDocument/2006/relationships/image" Target="/ppt/media/image2.png" Id="Ra664e520773b441b" /><Relationship Type="http://schemas.openxmlformats.org/officeDocument/2006/relationships/notesSlide" Target="/ppt/notesSlides/notesSlide8.xml" Id="R9a6304fd6b53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7dc30d0e34e7b" /><Relationship Type="http://schemas.openxmlformats.org/officeDocument/2006/relationships/image" Target="/ppt/media/image2.png" Id="Rb1328dcdb18a4129" /><Relationship Type="http://schemas.openxmlformats.org/officeDocument/2006/relationships/notesSlide" Target="/ppt/notesSlides/notesSlide9.xml" Id="Raa114960577d42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4a62e413d744cd" /><Relationship Type="http://schemas.openxmlformats.org/officeDocument/2006/relationships/image" Target="/ppt/media/image2.png" Id="R942c82c4e9b04ce4" /><Relationship Type="http://schemas.openxmlformats.org/officeDocument/2006/relationships/notesSlide" Target="/ppt/notesSlides/notesSlide10.xml" Id="Rc560b5a772f14d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d01f97d8947c9" /><Relationship Type="http://schemas.openxmlformats.org/officeDocument/2006/relationships/image" Target="/ppt/media/image2.png" Id="Rc96eceb710054d62" /><Relationship Type="http://schemas.openxmlformats.org/officeDocument/2006/relationships/notesSlide" Target="/ppt/notesSlides/notesSlide11.xml" Id="R749f8949b4c942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0fa7598f3417e" /><Relationship Type="http://schemas.openxmlformats.org/officeDocument/2006/relationships/image" Target="/ppt/media/image2.png" Id="Rad04819df7dd49fd" /><Relationship Type="http://schemas.openxmlformats.org/officeDocument/2006/relationships/notesSlide" Target="/ppt/notesSlides/notesSlide12.xml" Id="R8b47d8d9331d4f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d5bc3aec4414e" /><Relationship Type="http://schemas.openxmlformats.org/officeDocument/2006/relationships/image" Target="/ppt/media/image2.png" Id="R02053abbda9c4dd9" /><Relationship Type="http://schemas.openxmlformats.org/officeDocument/2006/relationships/notesSlide" Target="/ppt/notesSlides/notesSlide13.xml" Id="R3ae623314f0d43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ebec9b4814cbc" /><Relationship Type="http://schemas.openxmlformats.org/officeDocument/2006/relationships/image" Target="/ppt/media/image2.png" Id="R933ad58484b946bc" /><Relationship Type="http://schemas.openxmlformats.org/officeDocument/2006/relationships/notesSlide" Target="/ppt/notesSlides/notesSlide14.xml" Id="Rfb419db6e29b49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5d1852dd2f4fa7" /><Relationship Type="http://schemas.openxmlformats.org/officeDocument/2006/relationships/image" Target="/ppt/media/image2.png" Id="R4658bda5f81d41bf" /><Relationship Type="http://schemas.openxmlformats.org/officeDocument/2006/relationships/notesSlide" Target="/ppt/notesSlides/notesSlide15.xml" Id="Rc47659a83ed142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afd2f196c4b01" /><Relationship Type="http://schemas.openxmlformats.org/officeDocument/2006/relationships/image" Target="/ppt/media/image2.png" Id="R3784f3452e814d44" /><Relationship Type="http://schemas.openxmlformats.org/officeDocument/2006/relationships/notesSlide" Target="/ppt/notesSlides/notesSlide16.xml" Id="R35e532aadb374d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3660ecc47a47d4" /><Relationship Type="http://schemas.openxmlformats.org/officeDocument/2006/relationships/image" Target="/ppt/media/image2.png" Id="Rf37e5cfe3e4542ec" /><Relationship Type="http://schemas.openxmlformats.org/officeDocument/2006/relationships/notesSlide" Target="/ppt/notesSlides/notesSlide17.xml" Id="Rbde7e1a9cceb4b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73fa8cc9d4514" /><Relationship Type="http://schemas.openxmlformats.org/officeDocument/2006/relationships/image" Target="/ppt/media/image2.png" Id="R588b3398b7b14ba2" /><Relationship Type="http://schemas.openxmlformats.org/officeDocument/2006/relationships/notesSlide" Target="/ppt/notesSlides/notesSlide18.xml" Id="R6f41ea6cf5bc4a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70a52ad01410d" /><Relationship Type="http://schemas.openxmlformats.org/officeDocument/2006/relationships/image" Target="/ppt/media/image2.png" Id="Rb7336c870fdb4c3a" /><Relationship Type="http://schemas.openxmlformats.org/officeDocument/2006/relationships/notesSlide" Target="/ppt/notesSlides/notesSlide19.xml" Id="R84f179cbe95f48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973a05a84e478e" /><Relationship Type="http://schemas.openxmlformats.org/officeDocument/2006/relationships/image" Target="/ppt/media/image2.png" Id="R245b21a45f2342f7" /><Relationship Type="http://schemas.openxmlformats.org/officeDocument/2006/relationships/notesSlide" Target="/ppt/notesSlides/notesSlide20.xml" Id="Rd849eaeb033c4d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31c26862c4779" /><Relationship Type="http://schemas.openxmlformats.org/officeDocument/2006/relationships/image" Target="/ppt/media/image.png" Id="R82108d1feeb841bb" /><Relationship Type="http://schemas.openxmlformats.org/officeDocument/2006/relationships/image" Target="/ppt/media/image2.png" Id="Ra721bb3950004dca" /><Relationship Type="http://schemas.openxmlformats.org/officeDocument/2006/relationships/notesSlide" Target="/ppt/notesSlides/notesSlide21.xml" Id="R5b84ee32d771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e4474b2fe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1f5a6f24949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Persamaan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Struktural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Yusep Suparman, M.Sc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Persamaan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Struktural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cb3e3505448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SEM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Modul ini dirancang dengan prinsip praktis, konseptual, dan riset-orientasi 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pemodelan persamaan struktural dan pendahuluan…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estimasi parameter sem: ml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01b91b9c9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pemodelan persamaan struktural dan pendahuluan sem dan posisi secara…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estimasi parameter sem: ml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aaae40df44d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SEM, Kausalitas, Teori, Indikator, Path Diagram dan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Confirmatory, Identifikasi Model, Estimasi Parameter, UTS: Integrasi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Goodness-of-Fit, Modifikasi Model, First-Order, SEM untuk Data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SEM Multilevel dan, Measurement, Interpretasi, UAS dan Proyek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e742871aa4c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SEM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e156bb08a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7f1022ea84d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 SEM, Kausalitas, Teori, Indikator, Path Diagram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SEM dan Posisi SEM…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Kausalitas, Teori, dan Translasi…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Indikator Reflektif, Formatif…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SEM dan Posisi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Kausalitas, Teori,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Indikator Reflektif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Path Diagram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Confirmatory Factor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4e520773b44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Indikator, Path Diagram dan, Confirmatory, Identifikasi Model, Estimasi Parameter,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Indikator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indikator reflektif…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780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Path Diagram dan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path diagram dan…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Confirmatory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confirmatory factor…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Identifikasi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identifikasi model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Estimasi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8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estimasi parameter sem…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Integrasi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posisi uts: integrasi model…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CR=((Σ_i λ_i)^2)/((Σ_i λ_i)^2+Σ_i θ_i), 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(θ) = model-implied covariance matrix, S = 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28dcdb18a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x = _x + , y =…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Confirmatory Factor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Menjelaskan posisi…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Identifikasi Model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Menjelaskan posisi…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Estimasi Parameter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Menjelaskan posisi…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Integrasi Model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Menjelaskan posisi…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Goodness-of-Fit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Menjelaskan posisi…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c82c4e9b0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Efek tidak langsung=a b, Efek total=c' + ab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eceb710054d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4819df7dd49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53abbda9c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Goodness-of-Fit, Modifikasi Model, First-Order, SEM untuk Data, SEM Multilevel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RMSEA=((^2-df)/(df(N-1)),0)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77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CR=((Σ_i λ_i)^2)/((Σ_i λ_i)^2+Σ_i θ_i), 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y_it=_0i+_1it+ε_it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Goodness-of-Fit dan Evaluasi Kecocokan…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Modifikasi Model dan Strategi…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First-Order, Second-Order,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SEM untuk Data Non-Normal, Kategorik…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SEM Multilevel dan Longitudinal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ad58484b9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8bda5f81d41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Modifikasi Model dan Strategi…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First-Order, Second-Order,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SEM untuk Data Non-Normal, Kategorik…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SEM Multilevel dan Longitudinal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Measurement Invariance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Interpretasi, Komunikasi Hasil, dan…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4f3452e814d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e5cfe3e45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b3398b7b1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First-Order, Second-Order…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SEM untuk Data Non-Normal…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SEM Multilevel dan Longitudinal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Measurement Invariance dan…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Interpretasi, Komunikasi Hasil…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 dan Proyek Akhir: Riset…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36c870fdb4c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SEM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Kausalitas, Teori, dan…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Confirmatory Factor…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Integrasi Model…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Modifikasi Model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Interpretasi, Komunikasi…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b21a45f2342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SEM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asumsi…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asumsi teoritis paling…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 risiko…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interpretasi jika…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Apakah model…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model Anda lebih cocok…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 Anda…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Anda akan…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Apakah setiap…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setiap konstruk…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08d1feeb8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1bb395000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SEM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SEM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2026-07-26T23:34:29.6470000Z</dcterms:created>
  <dcterms:modified xsi:type="dcterms:W3CDTF">2026-07-26T23:34:29.6470000Z</dcterms:modified>
</coreProperties>
</file>