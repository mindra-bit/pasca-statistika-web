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7bac7b0024851" /><Relationship Type="http://schemas.openxmlformats.org/officeDocument/2006/relationships/extended-properties" Target="/docProps/app.xml" Id="R53062b23f615482f" /><Relationship Type="http://schemas.openxmlformats.org/officeDocument/2006/relationships/officeDocument" Target="/ppt/presentation.xml" Id="R069d5659b8e5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289927c9c4749"/>
  </p:sldMasterIdLst>
  <p:notesMasterIdLst>
    <p:notesMasterId xmlns:r="http://schemas.openxmlformats.org/officeDocument/2006/relationships" r:id="R7ac9f8e6fc8f4062"/>
  </p:notesMasterIdLst>
  <p:sldIdLst>
    <p:sldId xmlns:r="http://schemas.openxmlformats.org/officeDocument/2006/relationships" id="256" r:id="Ra1533804f3084885"/>
    <p:sldId xmlns:r="http://schemas.openxmlformats.org/officeDocument/2006/relationships" id="257" r:id="Rfa794087cd994248"/>
    <p:sldId xmlns:r="http://schemas.openxmlformats.org/officeDocument/2006/relationships" id="258" r:id="R5027472756e44d93"/>
    <p:sldId xmlns:r="http://schemas.openxmlformats.org/officeDocument/2006/relationships" id="259" r:id="R8603b73517f84919"/>
    <p:sldId xmlns:r="http://schemas.openxmlformats.org/officeDocument/2006/relationships" id="260" r:id="R245275d8362c499e"/>
    <p:sldId xmlns:r="http://schemas.openxmlformats.org/officeDocument/2006/relationships" id="261" r:id="R02c8cfd2e2e347c4"/>
    <p:sldId xmlns:r="http://schemas.openxmlformats.org/officeDocument/2006/relationships" id="262" r:id="Rd36281ed10db4a11"/>
    <p:sldId xmlns:r="http://schemas.openxmlformats.org/officeDocument/2006/relationships" id="263" r:id="Re4df9eb7fbbb47a6"/>
    <p:sldId xmlns:r="http://schemas.openxmlformats.org/officeDocument/2006/relationships" id="264" r:id="R56e5218a5f854b66"/>
    <p:sldId xmlns:r="http://schemas.openxmlformats.org/officeDocument/2006/relationships" id="265" r:id="R459754926af448be"/>
    <p:sldId xmlns:r="http://schemas.openxmlformats.org/officeDocument/2006/relationships" id="266" r:id="R11aa0029fd074f6e"/>
    <p:sldId xmlns:r="http://schemas.openxmlformats.org/officeDocument/2006/relationships" id="267" r:id="R6d46545301864bf5"/>
    <p:sldId xmlns:r="http://schemas.openxmlformats.org/officeDocument/2006/relationships" id="268" r:id="R216820a5185745ac"/>
    <p:sldId xmlns:r="http://schemas.openxmlformats.org/officeDocument/2006/relationships" id="269" r:id="R305e432656ea4ab8"/>
    <p:sldId xmlns:r="http://schemas.openxmlformats.org/officeDocument/2006/relationships" id="270" r:id="R8294022865d64bfa"/>
    <p:sldId xmlns:r="http://schemas.openxmlformats.org/officeDocument/2006/relationships" id="271" r:id="Rfc9f6b46bb5f460f"/>
    <p:sldId xmlns:r="http://schemas.openxmlformats.org/officeDocument/2006/relationships" id="272" r:id="R7f5981edd9394a94"/>
    <p:sldId xmlns:r="http://schemas.openxmlformats.org/officeDocument/2006/relationships" id="273" r:id="R26dde0a1baf54867"/>
    <p:sldId xmlns:r="http://schemas.openxmlformats.org/officeDocument/2006/relationships" id="274" r:id="R3cc6a03ff4624455"/>
    <p:sldId xmlns:r="http://schemas.openxmlformats.org/officeDocument/2006/relationships" id="275" r:id="Raadc10286195408a"/>
    <p:sldId xmlns:r="http://schemas.openxmlformats.org/officeDocument/2006/relationships" id="276" r:id="R8787e0277f60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9264b715664d77" /><Relationship Type="http://schemas.openxmlformats.org/officeDocument/2006/relationships/slideMaster" Target="/ppt/slideMasters/slideMaster1.xml" Id="R3ac289927c9c4749" /><Relationship Type="http://schemas.openxmlformats.org/officeDocument/2006/relationships/notesMaster" Target="/ppt/notesMasters/notesMaster1.xml" Id="R7ac9f8e6fc8f4062" /><Relationship Type="http://schemas.openxmlformats.org/officeDocument/2006/relationships/presProps" Target="/ppt/presProps.xml" Id="R7e8ef665f6734b16" /><Relationship Type="http://schemas.openxmlformats.org/officeDocument/2006/relationships/tableStyles" Target="/ppt/tableStyles.xml" Id="R24d4f931f5f0493f" /><Relationship Type="http://schemas.openxmlformats.org/officeDocument/2006/relationships/slide" Target="/ppt/slides/slide1.xml" Id="Ra1533804f3084885" /><Relationship Type="http://schemas.openxmlformats.org/officeDocument/2006/relationships/slide" Target="/ppt/slides/slide2.xml" Id="Rfa794087cd994248" /><Relationship Type="http://schemas.openxmlformats.org/officeDocument/2006/relationships/slide" Target="/ppt/slides/slide3.xml" Id="R5027472756e44d93" /><Relationship Type="http://schemas.openxmlformats.org/officeDocument/2006/relationships/slide" Target="/ppt/slides/slide4.xml" Id="R8603b73517f84919" /><Relationship Type="http://schemas.openxmlformats.org/officeDocument/2006/relationships/slide" Target="/ppt/slides/slide5.xml" Id="R245275d8362c499e" /><Relationship Type="http://schemas.openxmlformats.org/officeDocument/2006/relationships/slide" Target="/ppt/slides/slide6.xml" Id="R02c8cfd2e2e347c4" /><Relationship Type="http://schemas.openxmlformats.org/officeDocument/2006/relationships/slide" Target="/ppt/slides/slide7.xml" Id="Rd36281ed10db4a11" /><Relationship Type="http://schemas.openxmlformats.org/officeDocument/2006/relationships/slide" Target="/ppt/slides/slide8.xml" Id="Re4df9eb7fbbb47a6" /><Relationship Type="http://schemas.openxmlformats.org/officeDocument/2006/relationships/slide" Target="/ppt/slides/slide9.xml" Id="R56e5218a5f854b66" /><Relationship Type="http://schemas.openxmlformats.org/officeDocument/2006/relationships/slide" Target="/ppt/slides/slide10.xml" Id="R459754926af448be" /><Relationship Type="http://schemas.openxmlformats.org/officeDocument/2006/relationships/slide" Target="/ppt/slides/slide11.xml" Id="R11aa0029fd074f6e" /><Relationship Type="http://schemas.openxmlformats.org/officeDocument/2006/relationships/slide" Target="/ppt/slides/slide12.xml" Id="R6d46545301864bf5" /><Relationship Type="http://schemas.openxmlformats.org/officeDocument/2006/relationships/slide" Target="/ppt/slides/slide13.xml" Id="R216820a5185745ac" /><Relationship Type="http://schemas.openxmlformats.org/officeDocument/2006/relationships/slide" Target="/ppt/slides/slide14.xml" Id="R305e432656ea4ab8" /><Relationship Type="http://schemas.openxmlformats.org/officeDocument/2006/relationships/slide" Target="/ppt/slides/slide15.xml" Id="R8294022865d64bfa" /><Relationship Type="http://schemas.openxmlformats.org/officeDocument/2006/relationships/slide" Target="/ppt/slides/slide16.xml" Id="Rfc9f6b46bb5f460f" /><Relationship Type="http://schemas.openxmlformats.org/officeDocument/2006/relationships/slide" Target="/ppt/slides/slide17.xml" Id="R7f5981edd9394a94" /><Relationship Type="http://schemas.openxmlformats.org/officeDocument/2006/relationships/slide" Target="/ppt/slides/slide18.xml" Id="R26dde0a1baf54867" /><Relationship Type="http://schemas.openxmlformats.org/officeDocument/2006/relationships/slide" Target="/ppt/slides/slide19.xml" Id="R3cc6a03ff4624455" /><Relationship Type="http://schemas.openxmlformats.org/officeDocument/2006/relationships/slide" Target="/ppt/slides/slide20.xml" Id="Raadc10286195408a" /><Relationship Type="http://schemas.openxmlformats.org/officeDocument/2006/relationships/slide" Target="/ppt/slides/slide21.xml" Id="R8787e0277f60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120bfc953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b2e2a55ba5428f" /><Relationship Type="http://schemas.openxmlformats.org/officeDocument/2006/relationships/notesMaster" Target="/ppt/notesMasters/notesMaster1.xml" Id="R61eb0b89a7e6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99fd241fd4da2" /><Relationship Type="http://schemas.openxmlformats.org/officeDocument/2006/relationships/notesMaster" Target="/ppt/notesMasters/notesMaster1.xml" Id="R91fb620ba0f546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2cdf561714082" /><Relationship Type="http://schemas.openxmlformats.org/officeDocument/2006/relationships/notesMaster" Target="/ppt/notesMasters/notesMaster1.xml" Id="R131ea5197d8f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002e5a6f9343f6" /><Relationship Type="http://schemas.openxmlformats.org/officeDocument/2006/relationships/notesMaster" Target="/ppt/notesMasters/notesMaster1.xml" Id="R8c15456d68a942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8d2084f3c9484f" /><Relationship Type="http://schemas.openxmlformats.org/officeDocument/2006/relationships/notesMaster" Target="/ppt/notesMasters/notesMaster1.xml" Id="R3cdd79d629834a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323d2a911f42e4" /><Relationship Type="http://schemas.openxmlformats.org/officeDocument/2006/relationships/notesMaster" Target="/ppt/notesMasters/notesMaster1.xml" Id="R367319ee8c3c4c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473d29619441ca" /><Relationship Type="http://schemas.openxmlformats.org/officeDocument/2006/relationships/notesMaster" Target="/ppt/notesMasters/notesMaster1.xml" Id="Ra77e54cc06304f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c72a14d66f4aea" /><Relationship Type="http://schemas.openxmlformats.org/officeDocument/2006/relationships/notesMaster" Target="/ppt/notesMasters/notesMaster1.xml" Id="R19afeec17c774c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bf01efd57e4a76" /><Relationship Type="http://schemas.openxmlformats.org/officeDocument/2006/relationships/notesMaster" Target="/ppt/notesMasters/notesMaster1.xml" Id="R37296dc0cd26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f85b56b2c84834" /><Relationship Type="http://schemas.openxmlformats.org/officeDocument/2006/relationships/notesMaster" Target="/ppt/notesMasters/notesMaster1.xml" Id="Rfb006bd194e14d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163b2a307b43f6" /><Relationship Type="http://schemas.openxmlformats.org/officeDocument/2006/relationships/notesMaster" Target="/ppt/notesMasters/notesMaster1.xml" Id="Rfab295213f6d4e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c6f09783174243" /><Relationship Type="http://schemas.openxmlformats.org/officeDocument/2006/relationships/notesMaster" Target="/ppt/notesMasters/notesMaster1.xml" Id="R4fd8c8fe4c864c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fa1adc51e9453f" /><Relationship Type="http://schemas.openxmlformats.org/officeDocument/2006/relationships/notesMaster" Target="/ppt/notesMasters/notesMaster1.xml" Id="R3c0150ef680e44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f35aead6af4d8e" /><Relationship Type="http://schemas.openxmlformats.org/officeDocument/2006/relationships/notesMaster" Target="/ppt/notesMasters/notesMaster1.xml" Id="R7b6afc3c824346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7e4c4fbcda4727" /><Relationship Type="http://schemas.openxmlformats.org/officeDocument/2006/relationships/notesMaster" Target="/ppt/notesMasters/notesMaster1.xml" Id="R25530d72f0f940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2e785f114c4ee5" /><Relationship Type="http://schemas.openxmlformats.org/officeDocument/2006/relationships/notesMaster" Target="/ppt/notesMasters/notesMaster1.xml" Id="Rf91c93200d5847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0a87af48ee496d" /><Relationship Type="http://schemas.openxmlformats.org/officeDocument/2006/relationships/notesMaster" Target="/ppt/notesMasters/notesMaster1.xml" Id="Raa3eee40c90648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3d5ad6b5cf432b" /><Relationship Type="http://schemas.openxmlformats.org/officeDocument/2006/relationships/notesMaster" Target="/ppt/notesMasters/notesMaster1.xml" Id="Rd55fa46a3aeb44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db36ea2c674ea3" /><Relationship Type="http://schemas.openxmlformats.org/officeDocument/2006/relationships/notesMaster" Target="/ppt/notesMasters/notesMaster1.xml" Id="R7582f2899a404e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7899721ab14d0e" /><Relationship Type="http://schemas.openxmlformats.org/officeDocument/2006/relationships/notesMaster" Target="/ppt/notesMasters/notesMaster1.xml" Id="R43e7e50f093846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5211e614ae4441" /><Relationship Type="http://schemas.openxmlformats.org/officeDocument/2006/relationships/notesMaster" Target="/ppt/notesMasters/notesMaster1.xml" Id="R7dcdce3e34b54f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7a088571244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74c953bff499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36638827034b56" /><Relationship Type="http://schemas.openxmlformats.org/officeDocument/2006/relationships/slideLayout" Target="/ppt/slideLayouts/slideLayout1.xml" Id="R4967efd1672048b7" /><Relationship Type="http://schemas.openxmlformats.org/officeDocument/2006/relationships/slideLayout" Target="/ppt/slideLayouts/slideLayout2.xml" Id="Re31e706afa3649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67efd1672048b7"/>
    <p:sldLayoutId xmlns:r="http://schemas.openxmlformats.org/officeDocument/2006/relationships" id="2147483650" r:id="Re31e706afa364952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e4ede5d004bcf" /><Relationship Type="http://schemas.openxmlformats.org/officeDocument/2006/relationships/image" Target="/ppt/media/image.png" Id="R07946b72a2a64cb3" /><Relationship Type="http://schemas.openxmlformats.org/officeDocument/2006/relationships/image" Target="/ppt/media/image2.png" Id="Rf7296cd1449043ed" /><Relationship Type="http://schemas.openxmlformats.org/officeDocument/2006/relationships/notesSlide" Target="/ppt/notesSlides/notesSlide1.xml" Id="Ra966ccb0383241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447fdd26f7406b" /><Relationship Type="http://schemas.openxmlformats.org/officeDocument/2006/relationships/image" Target="/ppt/media/image2.png" Id="R49a90b80e4da464b" /><Relationship Type="http://schemas.openxmlformats.org/officeDocument/2006/relationships/notesSlide" Target="/ppt/notesSlides/notesSlide2.xml" Id="Ra6cc0de78eb74e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b4731d54a45ba" /><Relationship Type="http://schemas.openxmlformats.org/officeDocument/2006/relationships/image" Target="/ppt/media/image2.png" Id="R14f69c8b87684969" /><Relationship Type="http://schemas.openxmlformats.org/officeDocument/2006/relationships/notesSlide" Target="/ppt/notesSlides/notesSlide3.xml" Id="R9432edc62b3b4a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2494e4ced34344" /><Relationship Type="http://schemas.openxmlformats.org/officeDocument/2006/relationships/image" Target="/ppt/media/image2.png" Id="R48452794a609460a" /><Relationship Type="http://schemas.openxmlformats.org/officeDocument/2006/relationships/notesSlide" Target="/ppt/notesSlides/notesSlide4.xml" Id="R996d5b7ef301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6d4d67fcef47f3" /><Relationship Type="http://schemas.openxmlformats.org/officeDocument/2006/relationships/image" Target="/ppt/media/image2.png" Id="Ree6542f24e4f43eb" /><Relationship Type="http://schemas.openxmlformats.org/officeDocument/2006/relationships/notesSlide" Target="/ppt/notesSlides/notesSlide5.xml" Id="R7b5fe2274baf46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04b3aec3e433b" /><Relationship Type="http://schemas.openxmlformats.org/officeDocument/2006/relationships/image" Target="/ppt/media/image2.png" Id="R276c7896297b4453" /><Relationship Type="http://schemas.openxmlformats.org/officeDocument/2006/relationships/notesSlide" Target="/ppt/notesSlides/notesSlide6.xml" Id="R0cb545da737b46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d10438b3a4d7a" /><Relationship Type="http://schemas.openxmlformats.org/officeDocument/2006/relationships/image" Target="/ppt/media/image2.png" Id="Rca407e7bb304477b" /><Relationship Type="http://schemas.openxmlformats.org/officeDocument/2006/relationships/notesSlide" Target="/ppt/notesSlides/notesSlide7.xml" Id="R63f62af9d4af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bb46e29f484497" /><Relationship Type="http://schemas.openxmlformats.org/officeDocument/2006/relationships/image" Target="/ppt/media/image2.png" Id="R12a90922c6f54f9b" /><Relationship Type="http://schemas.openxmlformats.org/officeDocument/2006/relationships/notesSlide" Target="/ppt/notesSlides/notesSlide8.xml" Id="R517d4162fb1747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2598937974771" /><Relationship Type="http://schemas.openxmlformats.org/officeDocument/2006/relationships/image" Target="/ppt/media/image2.png" Id="R24bb1c6cbcf54b66" /><Relationship Type="http://schemas.openxmlformats.org/officeDocument/2006/relationships/notesSlide" Target="/ppt/notesSlides/notesSlide9.xml" Id="Rd8423b98ff7d47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73522185f4e2f" /><Relationship Type="http://schemas.openxmlformats.org/officeDocument/2006/relationships/image" Target="/ppt/media/image2.png" Id="Re1a9db31e22c4986" /><Relationship Type="http://schemas.openxmlformats.org/officeDocument/2006/relationships/notesSlide" Target="/ppt/notesSlides/notesSlide10.xml" Id="R7a857b1880b84f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106867655c4b4b" /><Relationship Type="http://schemas.openxmlformats.org/officeDocument/2006/relationships/image" Target="/ppt/media/image2.png" Id="R4cefb4735c334902" /><Relationship Type="http://schemas.openxmlformats.org/officeDocument/2006/relationships/notesSlide" Target="/ppt/notesSlides/notesSlide11.xml" Id="R6cb064cb1ddc4e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32a88cca5440a" /><Relationship Type="http://schemas.openxmlformats.org/officeDocument/2006/relationships/image" Target="/ppt/media/image2.png" Id="Rfbec73918af34428" /><Relationship Type="http://schemas.openxmlformats.org/officeDocument/2006/relationships/notesSlide" Target="/ppt/notesSlides/notesSlide12.xml" Id="R377469cc23da4d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dcf28ced8b4070" /><Relationship Type="http://schemas.openxmlformats.org/officeDocument/2006/relationships/image" Target="/ppt/media/image2.png" Id="R0871d15233b944a4" /><Relationship Type="http://schemas.openxmlformats.org/officeDocument/2006/relationships/notesSlide" Target="/ppt/notesSlides/notesSlide13.xml" Id="R3fba5d0bab6b4e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d381724344d14" /><Relationship Type="http://schemas.openxmlformats.org/officeDocument/2006/relationships/image" Target="/ppt/media/image2.png" Id="Rc1eeaec49a0545e0" /><Relationship Type="http://schemas.openxmlformats.org/officeDocument/2006/relationships/notesSlide" Target="/ppt/notesSlides/notesSlide14.xml" Id="Rb1fc788866c643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6b02c89c648a2" /><Relationship Type="http://schemas.openxmlformats.org/officeDocument/2006/relationships/image" Target="/ppt/media/image2.png" Id="R44e13c2869cb4d2e" /><Relationship Type="http://schemas.openxmlformats.org/officeDocument/2006/relationships/notesSlide" Target="/ppt/notesSlides/notesSlide15.xml" Id="R97d63f55e2fb4c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c24f82eb7d4405" /><Relationship Type="http://schemas.openxmlformats.org/officeDocument/2006/relationships/image" Target="/ppt/media/image2.png" Id="Raa1d5a8d73404221" /><Relationship Type="http://schemas.openxmlformats.org/officeDocument/2006/relationships/notesSlide" Target="/ppt/notesSlides/notesSlide16.xml" Id="R00e27bad2ec346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ef81b669046d1" /><Relationship Type="http://schemas.openxmlformats.org/officeDocument/2006/relationships/image" Target="/ppt/media/image2.png" Id="Rcdbd34bc52724f88" /><Relationship Type="http://schemas.openxmlformats.org/officeDocument/2006/relationships/notesSlide" Target="/ppt/notesSlides/notesSlide17.xml" Id="R120a5829c5634c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2c4cbd315b48de" /><Relationship Type="http://schemas.openxmlformats.org/officeDocument/2006/relationships/image" Target="/ppt/media/image2.png" Id="R783d708080114c57" /><Relationship Type="http://schemas.openxmlformats.org/officeDocument/2006/relationships/notesSlide" Target="/ppt/notesSlides/notesSlide18.xml" Id="R3dbf060ebf6f4c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e6c1599e2e4b91" /><Relationship Type="http://schemas.openxmlformats.org/officeDocument/2006/relationships/image" Target="/ppt/media/image2.png" Id="R7925ec0f0fa446da" /><Relationship Type="http://schemas.openxmlformats.org/officeDocument/2006/relationships/notesSlide" Target="/ppt/notesSlides/notesSlide19.xml" Id="R8e44e15ae83342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a4e7ae25e432f" /><Relationship Type="http://schemas.openxmlformats.org/officeDocument/2006/relationships/image" Target="/ppt/media/image2.png" Id="R1d656b3f922f4a3f" /><Relationship Type="http://schemas.openxmlformats.org/officeDocument/2006/relationships/notesSlide" Target="/ppt/notesSlides/notesSlide20.xml" Id="R3380beb8574148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fa285b52b84dff" /><Relationship Type="http://schemas.openxmlformats.org/officeDocument/2006/relationships/image" Target="/ppt/media/image.png" Id="R2832395b81904d30" /><Relationship Type="http://schemas.openxmlformats.org/officeDocument/2006/relationships/image" Target="/ppt/media/image2.png" Id="R0b84a904d819411e" /><Relationship Type="http://schemas.openxmlformats.org/officeDocument/2006/relationships/notesSlide" Target="/ppt/notesSlides/notesSlide21.xml" Id="R44998f0d04bd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46b72a2a6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96cd1449043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Desain Eksperimen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Sri Winarni,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Desain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Eksperimen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90b80e4da46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Desain Eksperimen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Keterkaitan RPS: SubCPMK1 — materi ini mengikuti bahan kajian RPS pada pertemuan 1.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Berdasarkan RPS, mata kuliah ini menekankan empat capaian utama.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menganalisis dan merancang eksperimen…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menerapkan dan mengevaluasi desain eksperimen…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Ketiga, mahasiswa mampu mengembangkan, mengimplementasikan, dan…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Pertanian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Laboratorium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Produk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Kebijakan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69c8b87684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Berdasarkan RPS, mata kuliah ini menekankan empat capaian utama.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Pertama, mahasiswa mampu menganalisis dan merancang eksperimen faktorial serta menentukan…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Kedua, mahasiswa mampu menerapkan dan mengevaluasi desain eksperimen baur dan faktorial…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52794a60946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Desain, Faktor Kuantitatif, Eksperimen, Eksperimen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Pembauran pada, Desain Baur, Faktorial, ANAVA pada Desain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dan Asumsi, Varians pada, Pembatasan, Desain Split Plot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Kovarians dalam, Response Surface, Optimasi Titik, Interpretasi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542f24e4f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Desain Eksperimen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c7896297b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07e7bb304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 Desain, Faktor Kuantitatif, Eksperimen, Eksperimen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Desain Eksperimen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Faktor Kuantitatif dan Kualitatif…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Eksperimen Faktorial 2^k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Desain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Faktor Kuantitatif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Eksperimen Faktorial 2^k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Eksperimen Faktorial 3^k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Pembauran pada Desain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90922c6f5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Eksperimen, Eksperimen, Pembauran pada, Desain Baur, Faktorial, ANAVA pada Desain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Eksperimen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RPS: SubCPMK1 — materi ini…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Eksperimen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RPS: SubCPMK1 — materi ini…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07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Pembauran pada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RPS: SubCPMK2 — materi ini…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Desain Baur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RPS: SubCPMK2 — materi ini…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Faktorial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RPS: SubCPMK2 — materi ini…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ANAVA pada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03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Keterkaitan RPS: SubCPMK2 — materi ini…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Model faktorial dua taraf dengan coding ortogonal: Y=β_0+Σ_jβ_j…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Model screening: Y=β_0+Σ_jβ_j x_j+Σ_j&lt;lβ_jlx_jx_l+.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b1c6cbcf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Defining contrast untuk pembauran dapat ditulis: I=ABC, sehingga efek ABC…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Pembauran pada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Keterkaitan RPS…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Desain Baur Parsial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Keterkaitan RPS…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Faktorial Fraksional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Keterkaitan RPS…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ANAVA pada Desain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Keterkaitan RPS…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dan Asumsi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Keterkaitan RPS…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9db31e22c4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 hierarki model: jika interaksi AB masuk model, maka efek utama A dan B…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fb4735c334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c73918af34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1d15233b9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dan Asumsi, Varians pada, Pembatasan, Desain Split Plot, Kovarians dalam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Model tersarang sederhana: Y_ijk=μ+A_i+B_j(i)+_k(ij).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Randomisasi terbatas memunculkan lebih dari satu strata…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398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Model ANCOVA: Y_ij=μ+_i+β(X_ij- X)+_ij.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dan Asumsi Eksperimen Tersarang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Analisis Varians pada Faktorial…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Pembatasan Pengacakan pada Desain…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Desain Split Plot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Analisis Kovarians dalam Desain…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eaec49a05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13c2869cb4d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Analisis Varians pada Faktorial…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Pembatasan Pengacakan pada Desain…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Desain Split Plot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Analisis Kovarians dalam Desain…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Response Surface Methodology Tahap…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Optimasi Titik Faktor pada Permukaan…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d5a8d73404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d34bc5272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d708080114c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Pembatasan Pengacakan pada Desain…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Desain Split Plot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Analisis Kovarians dalam Desain…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Response Surface Methodology Tahap…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Optimasi Titik Faktor pada…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Interpretasi, Kesimpulan,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5ec0f0fa446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Desain…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Faktor Kuantitatif dan…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Pembauran pada Desain…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ANAVA pada Desain…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Analisis Varians pada…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Optimasi Titik Faktor…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56b3f922f4a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Desain Eksperimen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2395b81904d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4a904d81941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Desain Eksperimen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Desain Eksperimen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2026-07-26T23:34:18.8970000Z</dcterms:created>
  <dcterms:modified xsi:type="dcterms:W3CDTF">2026-07-26T23:34:18.8970000Z</dcterms:modified>
</coreProperties>
</file>