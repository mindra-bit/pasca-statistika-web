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e1d34bbd8b4c27" /><Relationship Type="http://schemas.openxmlformats.org/officeDocument/2006/relationships/extended-properties" Target="/docProps/app.xml" Id="R0a1a878b297a4df1" /><Relationship Type="http://schemas.openxmlformats.org/officeDocument/2006/relationships/officeDocument" Target="/ppt/presentation.xml" Id="Rdf5487a7f4284b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e19956042a4893"/>
  </p:sldMasterIdLst>
  <p:notesMasterIdLst>
    <p:notesMasterId xmlns:r="http://schemas.openxmlformats.org/officeDocument/2006/relationships" r:id="Rec69cbf33e164fe1"/>
  </p:notesMasterIdLst>
  <p:sldIdLst>
    <p:sldId xmlns:r="http://schemas.openxmlformats.org/officeDocument/2006/relationships" id="256" r:id="Rf771d17ff7284603"/>
    <p:sldId xmlns:r="http://schemas.openxmlformats.org/officeDocument/2006/relationships" id="257" r:id="R5a77d0d2cd5b47ca"/>
    <p:sldId xmlns:r="http://schemas.openxmlformats.org/officeDocument/2006/relationships" id="258" r:id="Rb147925e28cb4bbc"/>
    <p:sldId xmlns:r="http://schemas.openxmlformats.org/officeDocument/2006/relationships" id="259" r:id="R053b0cc004e348a2"/>
    <p:sldId xmlns:r="http://schemas.openxmlformats.org/officeDocument/2006/relationships" id="260" r:id="Rcb431679a9c84d5f"/>
    <p:sldId xmlns:r="http://schemas.openxmlformats.org/officeDocument/2006/relationships" id="261" r:id="R90609acb3193405b"/>
    <p:sldId xmlns:r="http://schemas.openxmlformats.org/officeDocument/2006/relationships" id="262" r:id="R02a7cfcdd42f4219"/>
    <p:sldId xmlns:r="http://schemas.openxmlformats.org/officeDocument/2006/relationships" id="263" r:id="Rd9ff2b9ea3164e88"/>
    <p:sldId xmlns:r="http://schemas.openxmlformats.org/officeDocument/2006/relationships" id="264" r:id="Rf7d556bc1fb04722"/>
    <p:sldId xmlns:r="http://schemas.openxmlformats.org/officeDocument/2006/relationships" id="265" r:id="R79dba300fc734621"/>
    <p:sldId xmlns:r="http://schemas.openxmlformats.org/officeDocument/2006/relationships" id="266" r:id="Re0a552df31bd4304"/>
    <p:sldId xmlns:r="http://schemas.openxmlformats.org/officeDocument/2006/relationships" id="267" r:id="R50e793b008514af8"/>
    <p:sldId xmlns:r="http://schemas.openxmlformats.org/officeDocument/2006/relationships" id="268" r:id="R4bec506c969b459f"/>
    <p:sldId xmlns:r="http://schemas.openxmlformats.org/officeDocument/2006/relationships" id="269" r:id="Ra545e1cfb85042b4"/>
    <p:sldId xmlns:r="http://schemas.openxmlformats.org/officeDocument/2006/relationships" id="270" r:id="R1b69f71f8e754e2e"/>
    <p:sldId xmlns:r="http://schemas.openxmlformats.org/officeDocument/2006/relationships" id="271" r:id="R9f48e0ed287f4b5f"/>
    <p:sldId xmlns:r="http://schemas.openxmlformats.org/officeDocument/2006/relationships" id="272" r:id="Rcd63eb37775c4ee4"/>
    <p:sldId xmlns:r="http://schemas.openxmlformats.org/officeDocument/2006/relationships" id="273" r:id="R53600ba6e2714e3d"/>
    <p:sldId xmlns:r="http://schemas.openxmlformats.org/officeDocument/2006/relationships" id="274" r:id="R1fe8b24f38514281"/>
    <p:sldId xmlns:r="http://schemas.openxmlformats.org/officeDocument/2006/relationships" id="275" r:id="R18e0fc0504d0456c"/>
    <p:sldId xmlns:r="http://schemas.openxmlformats.org/officeDocument/2006/relationships" id="276" r:id="Rc99891c8ed774e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39ad1f07c14d0c" /><Relationship Type="http://schemas.openxmlformats.org/officeDocument/2006/relationships/slideMaster" Target="/ppt/slideMasters/slideMaster1.xml" Id="R45e19956042a4893" /><Relationship Type="http://schemas.openxmlformats.org/officeDocument/2006/relationships/notesMaster" Target="/ppt/notesMasters/notesMaster1.xml" Id="Rec69cbf33e164fe1" /><Relationship Type="http://schemas.openxmlformats.org/officeDocument/2006/relationships/presProps" Target="/ppt/presProps.xml" Id="R173cec55d8a142fb" /><Relationship Type="http://schemas.openxmlformats.org/officeDocument/2006/relationships/tableStyles" Target="/ppt/tableStyles.xml" Id="Rd9044d78139e4153" /><Relationship Type="http://schemas.openxmlformats.org/officeDocument/2006/relationships/slide" Target="/ppt/slides/slide1.xml" Id="Rf771d17ff7284603" /><Relationship Type="http://schemas.openxmlformats.org/officeDocument/2006/relationships/slide" Target="/ppt/slides/slide2.xml" Id="R5a77d0d2cd5b47ca" /><Relationship Type="http://schemas.openxmlformats.org/officeDocument/2006/relationships/slide" Target="/ppt/slides/slide3.xml" Id="Rb147925e28cb4bbc" /><Relationship Type="http://schemas.openxmlformats.org/officeDocument/2006/relationships/slide" Target="/ppt/slides/slide4.xml" Id="R053b0cc004e348a2" /><Relationship Type="http://schemas.openxmlformats.org/officeDocument/2006/relationships/slide" Target="/ppt/slides/slide5.xml" Id="Rcb431679a9c84d5f" /><Relationship Type="http://schemas.openxmlformats.org/officeDocument/2006/relationships/slide" Target="/ppt/slides/slide6.xml" Id="R90609acb3193405b" /><Relationship Type="http://schemas.openxmlformats.org/officeDocument/2006/relationships/slide" Target="/ppt/slides/slide7.xml" Id="R02a7cfcdd42f4219" /><Relationship Type="http://schemas.openxmlformats.org/officeDocument/2006/relationships/slide" Target="/ppt/slides/slide8.xml" Id="Rd9ff2b9ea3164e88" /><Relationship Type="http://schemas.openxmlformats.org/officeDocument/2006/relationships/slide" Target="/ppt/slides/slide9.xml" Id="Rf7d556bc1fb04722" /><Relationship Type="http://schemas.openxmlformats.org/officeDocument/2006/relationships/slide" Target="/ppt/slides/slide10.xml" Id="R79dba300fc734621" /><Relationship Type="http://schemas.openxmlformats.org/officeDocument/2006/relationships/slide" Target="/ppt/slides/slide11.xml" Id="Re0a552df31bd4304" /><Relationship Type="http://schemas.openxmlformats.org/officeDocument/2006/relationships/slide" Target="/ppt/slides/slide12.xml" Id="R50e793b008514af8" /><Relationship Type="http://schemas.openxmlformats.org/officeDocument/2006/relationships/slide" Target="/ppt/slides/slide13.xml" Id="R4bec506c969b459f" /><Relationship Type="http://schemas.openxmlformats.org/officeDocument/2006/relationships/slide" Target="/ppt/slides/slide14.xml" Id="Ra545e1cfb85042b4" /><Relationship Type="http://schemas.openxmlformats.org/officeDocument/2006/relationships/slide" Target="/ppt/slides/slide15.xml" Id="R1b69f71f8e754e2e" /><Relationship Type="http://schemas.openxmlformats.org/officeDocument/2006/relationships/slide" Target="/ppt/slides/slide16.xml" Id="R9f48e0ed287f4b5f" /><Relationship Type="http://schemas.openxmlformats.org/officeDocument/2006/relationships/slide" Target="/ppt/slides/slide17.xml" Id="Rcd63eb37775c4ee4" /><Relationship Type="http://schemas.openxmlformats.org/officeDocument/2006/relationships/slide" Target="/ppt/slides/slide18.xml" Id="R53600ba6e2714e3d" /><Relationship Type="http://schemas.openxmlformats.org/officeDocument/2006/relationships/slide" Target="/ppt/slides/slide19.xml" Id="R1fe8b24f38514281" /><Relationship Type="http://schemas.openxmlformats.org/officeDocument/2006/relationships/slide" Target="/ppt/slides/slide20.xml" Id="R18e0fc0504d0456c" /><Relationship Type="http://schemas.openxmlformats.org/officeDocument/2006/relationships/slide" Target="/ppt/slides/slide21.xml" Id="Rc99891c8ed774e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3cc9111294d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6c08250e534ca1" /><Relationship Type="http://schemas.openxmlformats.org/officeDocument/2006/relationships/notesMaster" Target="/ppt/notesMasters/notesMaster1.xml" Id="R7b5b9301d0ff4a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dc7c48960c42a7" /><Relationship Type="http://schemas.openxmlformats.org/officeDocument/2006/relationships/notesMaster" Target="/ppt/notesMasters/notesMaster1.xml" Id="R2ddac9ccf2684c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53709a022840ba" /><Relationship Type="http://schemas.openxmlformats.org/officeDocument/2006/relationships/notesMaster" Target="/ppt/notesMasters/notesMaster1.xml" Id="Rf4305ac15f5e4d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eab98ce3cb4e7a" /><Relationship Type="http://schemas.openxmlformats.org/officeDocument/2006/relationships/notesMaster" Target="/ppt/notesMasters/notesMaster1.xml" Id="Rfa3315a40bec49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3e989c9f154d67" /><Relationship Type="http://schemas.openxmlformats.org/officeDocument/2006/relationships/notesMaster" Target="/ppt/notesMasters/notesMaster1.xml" Id="R087de8ac9e5748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70968ed9d049e7" /><Relationship Type="http://schemas.openxmlformats.org/officeDocument/2006/relationships/notesMaster" Target="/ppt/notesMasters/notesMaster1.xml" Id="Rde07b8a4cada43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e0c43cdbdc40d5" /><Relationship Type="http://schemas.openxmlformats.org/officeDocument/2006/relationships/notesMaster" Target="/ppt/notesMasters/notesMaster1.xml" Id="Rc16b7cc58bab41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0c957019044fc7" /><Relationship Type="http://schemas.openxmlformats.org/officeDocument/2006/relationships/notesMaster" Target="/ppt/notesMasters/notesMaster1.xml" Id="R42e2d50b86c941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838513f8eb498a" /><Relationship Type="http://schemas.openxmlformats.org/officeDocument/2006/relationships/notesMaster" Target="/ppt/notesMasters/notesMaster1.xml" Id="Rf8a0693a462a44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bab122a61b49dc" /><Relationship Type="http://schemas.openxmlformats.org/officeDocument/2006/relationships/notesMaster" Target="/ppt/notesMasters/notesMaster1.xml" Id="Rb418afc733a64b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ea96b290554ca4" /><Relationship Type="http://schemas.openxmlformats.org/officeDocument/2006/relationships/notesMaster" Target="/ppt/notesMasters/notesMaster1.xml" Id="R1711818c57fe49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309ffc581546c6" /><Relationship Type="http://schemas.openxmlformats.org/officeDocument/2006/relationships/notesMaster" Target="/ppt/notesMasters/notesMaster1.xml" Id="R1d980cd2f10042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8ed95007f0470e" /><Relationship Type="http://schemas.openxmlformats.org/officeDocument/2006/relationships/notesMaster" Target="/ppt/notesMasters/notesMaster1.xml" Id="Re5828d88d90e4b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b1fea2fbbb64972" /><Relationship Type="http://schemas.openxmlformats.org/officeDocument/2006/relationships/notesMaster" Target="/ppt/notesMasters/notesMaster1.xml" Id="R5e09d12f22ec41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0df451b34b4638" /><Relationship Type="http://schemas.openxmlformats.org/officeDocument/2006/relationships/notesMaster" Target="/ppt/notesMasters/notesMaster1.xml" Id="Ra04aebf3ec74438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18577c1a174d69" /><Relationship Type="http://schemas.openxmlformats.org/officeDocument/2006/relationships/notesMaster" Target="/ppt/notesMasters/notesMaster1.xml" Id="R7eb1ce1fcbeb4b1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12a4d785ae435e" /><Relationship Type="http://schemas.openxmlformats.org/officeDocument/2006/relationships/notesMaster" Target="/ppt/notesMasters/notesMaster1.xml" Id="Read3c5d084d841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fd042ee6b6946f8" /><Relationship Type="http://schemas.openxmlformats.org/officeDocument/2006/relationships/notesMaster" Target="/ppt/notesMasters/notesMaster1.xml" Id="Rc9af8752d19547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5c254a544454aa1" /><Relationship Type="http://schemas.openxmlformats.org/officeDocument/2006/relationships/notesMaster" Target="/ppt/notesMasters/notesMaster1.xml" Id="Ra98a649cefdb41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57702809b84c0f" /><Relationship Type="http://schemas.openxmlformats.org/officeDocument/2006/relationships/notesMaster" Target="/ppt/notesMasters/notesMaster1.xml" Id="R09f48b3b64e04f2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a7de5983ea64afb" /><Relationship Type="http://schemas.openxmlformats.org/officeDocument/2006/relationships/notesMaster" Target="/ppt/notesMasters/notesMaster1.xml" Id="R061a4e4840da41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0c56e692a45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c979ee0cb4dd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d33a5fb6f74ac9" /><Relationship Type="http://schemas.openxmlformats.org/officeDocument/2006/relationships/slideLayout" Target="/ppt/slideLayouts/slideLayout1.xml" Id="Re2ad2dd22f0e4043" /><Relationship Type="http://schemas.openxmlformats.org/officeDocument/2006/relationships/slideLayout" Target="/ppt/slideLayouts/slideLayout2.xml" Id="Rfcc087d824b048b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ad2dd22f0e4043"/>
    <p:sldLayoutId xmlns:r="http://schemas.openxmlformats.org/officeDocument/2006/relationships" id="2147483650" r:id="Rfcc087d824b048b6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e96d2cc2742df" /><Relationship Type="http://schemas.openxmlformats.org/officeDocument/2006/relationships/image" Target="/ppt/media/image.png" Id="Rd5b989ff80a844e0" /><Relationship Type="http://schemas.openxmlformats.org/officeDocument/2006/relationships/image" Target="/ppt/media/image2.png" Id="R3669d744d6f04f0a" /><Relationship Type="http://schemas.openxmlformats.org/officeDocument/2006/relationships/notesSlide" Target="/ppt/notesSlides/notesSlide1.xml" Id="Re5512027d4fa44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b560b9570e4c2a" /><Relationship Type="http://schemas.openxmlformats.org/officeDocument/2006/relationships/image" Target="/ppt/media/image2.png" Id="R86f3b884b9524809" /><Relationship Type="http://schemas.openxmlformats.org/officeDocument/2006/relationships/notesSlide" Target="/ppt/notesSlides/notesSlide2.xml" Id="R83ae9664854c43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f8ef2afd964972" /><Relationship Type="http://schemas.openxmlformats.org/officeDocument/2006/relationships/image" Target="/ppt/media/image2.png" Id="R6f9a2e2eee5d4f4a" /><Relationship Type="http://schemas.openxmlformats.org/officeDocument/2006/relationships/notesSlide" Target="/ppt/notesSlides/notesSlide3.xml" Id="R4224ffddd1d74b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6b0eebd7ce414c" /><Relationship Type="http://schemas.openxmlformats.org/officeDocument/2006/relationships/image" Target="/ppt/media/image2.png" Id="Rda0b340d0c95407b" /><Relationship Type="http://schemas.openxmlformats.org/officeDocument/2006/relationships/notesSlide" Target="/ppt/notesSlides/notesSlide4.xml" Id="Rb4f7b31e795e4d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825ea1c5c74ee7" /><Relationship Type="http://schemas.openxmlformats.org/officeDocument/2006/relationships/image" Target="/ppt/media/image2.png" Id="R9d509791fc574ddf" /><Relationship Type="http://schemas.openxmlformats.org/officeDocument/2006/relationships/notesSlide" Target="/ppt/notesSlides/notesSlide5.xml" Id="Rdf5655c5687a49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d39e4e981e4827" /><Relationship Type="http://schemas.openxmlformats.org/officeDocument/2006/relationships/image" Target="/ppt/media/image2.png" Id="Rd4721a73ebb446f2" /><Relationship Type="http://schemas.openxmlformats.org/officeDocument/2006/relationships/notesSlide" Target="/ppt/notesSlides/notesSlide6.xml" Id="Re1c27acf025744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7a4ba918ca4240" /><Relationship Type="http://schemas.openxmlformats.org/officeDocument/2006/relationships/image" Target="/ppt/media/image2.png" Id="Ra4d0ed5bc9824ba6" /><Relationship Type="http://schemas.openxmlformats.org/officeDocument/2006/relationships/notesSlide" Target="/ppt/notesSlides/notesSlide7.xml" Id="R3806b914c6a84e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a4968b110b4244" /><Relationship Type="http://schemas.openxmlformats.org/officeDocument/2006/relationships/image" Target="/ppt/media/image2.png" Id="Rb8b688e526cc4f79" /><Relationship Type="http://schemas.openxmlformats.org/officeDocument/2006/relationships/notesSlide" Target="/ppt/notesSlides/notesSlide8.xml" Id="Ra01f9925acf84a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1a61b052654144" /><Relationship Type="http://schemas.openxmlformats.org/officeDocument/2006/relationships/image" Target="/ppt/media/image2.png" Id="Rc0baeee444fe4d64" /><Relationship Type="http://schemas.openxmlformats.org/officeDocument/2006/relationships/notesSlide" Target="/ppt/notesSlides/notesSlide9.xml" Id="Re602c1b47a2c44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6f5ccb320f4fc0" /><Relationship Type="http://schemas.openxmlformats.org/officeDocument/2006/relationships/image" Target="/ppt/media/image2.png" Id="Rec92a0d6fd9144c6" /><Relationship Type="http://schemas.openxmlformats.org/officeDocument/2006/relationships/notesSlide" Target="/ppt/notesSlides/notesSlide10.xml" Id="Rab38459ded1649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101201344944b5" /><Relationship Type="http://schemas.openxmlformats.org/officeDocument/2006/relationships/image" Target="/ppt/media/image2.png" Id="R5d73e722b3474757" /><Relationship Type="http://schemas.openxmlformats.org/officeDocument/2006/relationships/notesSlide" Target="/ppt/notesSlides/notesSlide11.xml" Id="Rf1520749cd004a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1c11c467f443ad" /><Relationship Type="http://schemas.openxmlformats.org/officeDocument/2006/relationships/image" Target="/ppt/media/image2.png" Id="R21b7817e8bb24708" /><Relationship Type="http://schemas.openxmlformats.org/officeDocument/2006/relationships/notesSlide" Target="/ppt/notesSlides/notesSlide12.xml" Id="Ra888faf051f645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d93a86498c4e3b" /><Relationship Type="http://schemas.openxmlformats.org/officeDocument/2006/relationships/image" Target="/ppt/media/image2.png" Id="Rf4646af4b1804fd5" /><Relationship Type="http://schemas.openxmlformats.org/officeDocument/2006/relationships/notesSlide" Target="/ppt/notesSlides/notesSlide13.xml" Id="Rcc64c8c657a64d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8b19270ebe4b38" /><Relationship Type="http://schemas.openxmlformats.org/officeDocument/2006/relationships/image" Target="/ppt/media/image2.png" Id="Rc04897643d7343c9" /><Relationship Type="http://schemas.openxmlformats.org/officeDocument/2006/relationships/notesSlide" Target="/ppt/notesSlides/notesSlide14.xml" Id="R5bc79db1cbbf43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443e2b8f6147c2" /><Relationship Type="http://schemas.openxmlformats.org/officeDocument/2006/relationships/image" Target="/ppt/media/image2.png" Id="Rfd60b21f39734dde" /><Relationship Type="http://schemas.openxmlformats.org/officeDocument/2006/relationships/notesSlide" Target="/ppt/notesSlides/notesSlide15.xml" Id="Rd48f1f474f544a5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9a70e3dcae4d8a" /><Relationship Type="http://schemas.openxmlformats.org/officeDocument/2006/relationships/image" Target="/ppt/media/image2.png" Id="Rb2d9b314d0d1446a" /><Relationship Type="http://schemas.openxmlformats.org/officeDocument/2006/relationships/notesSlide" Target="/ppt/notesSlides/notesSlide16.xml" Id="R2b2dcc4b02fd4e9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bd4c786687442b" /><Relationship Type="http://schemas.openxmlformats.org/officeDocument/2006/relationships/image" Target="/ppt/media/image2.png" Id="R52769c87fd574654" /><Relationship Type="http://schemas.openxmlformats.org/officeDocument/2006/relationships/notesSlide" Target="/ppt/notesSlides/notesSlide17.xml" Id="Rffd6940340544a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579576d3ce40f4" /><Relationship Type="http://schemas.openxmlformats.org/officeDocument/2006/relationships/image" Target="/ppt/media/image2.png" Id="Rc20acf231303457f" /><Relationship Type="http://schemas.openxmlformats.org/officeDocument/2006/relationships/notesSlide" Target="/ppt/notesSlides/notesSlide18.xml" Id="R5ede5f106e2b47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fcfd14abff41c3" /><Relationship Type="http://schemas.openxmlformats.org/officeDocument/2006/relationships/image" Target="/ppt/media/image2.png" Id="Rb070935791694183" /><Relationship Type="http://schemas.openxmlformats.org/officeDocument/2006/relationships/notesSlide" Target="/ppt/notesSlides/notesSlide19.xml" Id="R5315316ae31c4a1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451950548a47fd" /><Relationship Type="http://schemas.openxmlformats.org/officeDocument/2006/relationships/image" Target="/ppt/media/image2.png" Id="Rd3cc4a919de444b6" /><Relationship Type="http://schemas.openxmlformats.org/officeDocument/2006/relationships/notesSlide" Target="/ppt/notesSlides/notesSlide20.xml" Id="R0800e9e05fab4f6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2e2333957b4c60" /><Relationship Type="http://schemas.openxmlformats.org/officeDocument/2006/relationships/image" Target="/ppt/media/image.png" Id="Rbec317fbc9b9445d" /><Relationship Type="http://schemas.openxmlformats.org/officeDocument/2006/relationships/image" Target="/ppt/media/image2.png" Id="R493f275ededa45d6" /><Relationship Type="http://schemas.openxmlformats.org/officeDocument/2006/relationships/notesSlide" Target="/ppt/notesSlides/notesSlide21.xml" Id="Rf1709fad5ae648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b989ff80a8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9d744d6f04f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Desain Eksperimen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Sri Winarni,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Desain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Eksperimen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3b884b952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Desain Eksperimen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Keterkaitan RPS: SubCPMK1 — materi ini mengikuti bahan kajian RPS pada pertemuan 1.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Berdasarkan RPS, mata kuliah ini menekankan empat capaian utama.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menganalisis dan merancang eksperimen…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menerapkan dan mengevaluasi desain eksperimen…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Ketiga, mahasiswa mampu mengembangkan, mengimplementasikan,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Pertanian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Laboratorium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Produk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2e2eee5d4f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Berdasarkan RPS, mata kuliah ini menekankan empat capaian utama.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menganalisis dan merancang eksperimen faktorial serta menentukan…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menerapkan dan mengevaluasi desain eksperimen baur dan faktorial…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b340d0c9540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Desain, Faktor Kuantitatif, Eksperimen, Eksperimen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Pembauran pada, Desain Baur, Faktorial, ANAVA pada Desain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dan Asumsi, Varians pada, Pembatasan, Desain Split Plot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Kovarians dalam, Response Surface, Optimasi Titik, Interpretasi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09791fc574d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Desain Eksperimen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21a73ebb446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0ed5bc9824b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 Desain, Faktor Kuantitatif, Eksperimen, Eksperimen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Desain Eksperimen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Faktor Kuantitatif dan Kualitatif…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Eksperimen Faktorial 2^k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Desain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Faktor Kuantitatif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Eksperimen Faktorial 2^k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Eksperimen Faktorial 3^k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Pembauran pada Desain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688e526cc4f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Eksperimen, Eksperimen, Pembauran pada, Desain Baur, Faktorial, ANAVA pada Desain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Eksperimen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SubCPMK1 — materi ini…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Eksperimen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SubCPMK1 — materi ini…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07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Pembauran pada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SubCPMK2 — materi ini…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Desain Baur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SubCPMK2 — materi ini…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Faktorial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SubCPMK2 — materi ini…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ANAVA pada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RPS: SubCPMK2 — materi ini…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Model faktorial dua taraf dengan coding ortogonal: Y=β_0+Σ_jβ_j…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Model screening: Y=β_0+Σ_jβ_j x_j+Σ_j&lt;lβ_jlx_jx_l+.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aeee444fe4d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Defining contrast untuk pembauran dapat ditulis: I=ABC, sehingga efek ABC…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Pembauran pada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Keterkaitan RPS…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Desain Baur Parsial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Keterkaitan RPS…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Faktorial Fraksional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Keterkaitan RPS…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ANAVA pada Desain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Keterkaitan RPS…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dan Asumsi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Keterkaitan RPS…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2a0d6fd91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 hierarki model: jika interaksi AB masuk model, maka efek utama A dan B…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73e722b3474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7817e8bb247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46af4b1804f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dan Asumsi, Varians pada, Pembatasan, Desain Split Plot, Kovarians dalam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Model tersarang sederhana: Y_ijk=μ+A_i+B_j(i)+_k(ij).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Randomisasi terbatas memunculkan lebih dari satu strata…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398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Model ANCOVA: Y_ij=μ+_i+β(X_ij- X)+_ij.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dan Asumsi Eksperimen Tersarang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Analisis Varians pada Faktorial…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Pembatasan Pengacakan pada Desain…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Desain Split Plot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Analisis Kovarians dalam Desain…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897643d7343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0b21f39734d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Analisis Varians pada Faktorial…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Pembatasan Pengacakan pada Desain…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Desain Split Plot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Analisis Kovarians dalam Desain…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Response Surface Methodology Tahap…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Optimasi Titik Faktor pada Permukaan…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9b314d0d144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69c87fd5746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acf23130345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Pembatasan Pengacakan pada Desain…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Desain Split Plot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Analisis Kovarians dalam Desain…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Response Surface Methodology Tahap…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Optimasi Titik Faktor pada…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Interpretasi, Kesimpulan,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09357916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Desain…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Faktor Kuantitatif dan…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Pembauran pada Desain…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ANAVA pada Desain…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Analisis Varians pada…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Optimasi Titik Faktor…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c4a919de444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Desain Eksperimen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317fbc9b944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f275ededa45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Desain Eksperimen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Desain Eksperimen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2026-06-22T07:44:56.4740000Z</dcterms:created>
  <dcterms:modified xsi:type="dcterms:W3CDTF">2026-06-22T07:44:56.4740000Z</dcterms:modified>
</coreProperties>
</file>