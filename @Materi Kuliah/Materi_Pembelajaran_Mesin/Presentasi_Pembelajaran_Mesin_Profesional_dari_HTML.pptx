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a6737c4384ac0" /><Relationship Type="http://schemas.openxmlformats.org/officeDocument/2006/relationships/extended-properties" Target="/docProps/app.xml" Id="R50949fbb920b4146" /><Relationship Type="http://schemas.openxmlformats.org/officeDocument/2006/relationships/officeDocument" Target="/ppt/presentation.xml" Id="Rcf17a34ec775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df4fce4d44041"/>
  </p:sldMasterIdLst>
  <p:notesMasterIdLst>
    <p:notesMasterId xmlns:r="http://schemas.openxmlformats.org/officeDocument/2006/relationships" r:id="Rff78ce3724ee426c"/>
  </p:notesMasterIdLst>
  <p:sldIdLst>
    <p:sldId xmlns:r="http://schemas.openxmlformats.org/officeDocument/2006/relationships" id="256" r:id="R2c7f1359a4284511"/>
    <p:sldId xmlns:r="http://schemas.openxmlformats.org/officeDocument/2006/relationships" id="257" r:id="R96416986a77642c3"/>
    <p:sldId xmlns:r="http://schemas.openxmlformats.org/officeDocument/2006/relationships" id="258" r:id="Rdf1fb55f576b4a7f"/>
    <p:sldId xmlns:r="http://schemas.openxmlformats.org/officeDocument/2006/relationships" id="259" r:id="Rbd8b29a50ab14cd5"/>
    <p:sldId xmlns:r="http://schemas.openxmlformats.org/officeDocument/2006/relationships" id="260" r:id="R658fa7f3a56c4d56"/>
    <p:sldId xmlns:r="http://schemas.openxmlformats.org/officeDocument/2006/relationships" id="261" r:id="Ra651e5158cfa4b64"/>
    <p:sldId xmlns:r="http://schemas.openxmlformats.org/officeDocument/2006/relationships" id="262" r:id="R1047fa4e3a6d4420"/>
    <p:sldId xmlns:r="http://schemas.openxmlformats.org/officeDocument/2006/relationships" id="263" r:id="R9349e780e4fe4412"/>
    <p:sldId xmlns:r="http://schemas.openxmlformats.org/officeDocument/2006/relationships" id="264" r:id="R2a350d49e0714220"/>
    <p:sldId xmlns:r="http://schemas.openxmlformats.org/officeDocument/2006/relationships" id="265" r:id="R34af39a3faab4a51"/>
    <p:sldId xmlns:r="http://schemas.openxmlformats.org/officeDocument/2006/relationships" id="266" r:id="R5c3fee3db345418c"/>
    <p:sldId xmlns:r="http://schemas.openxmlformats.org/officeDocument/2006/relationships" id="267" r:id="Rc25f53e218404624"/>
    <p:sldId xmlns:r="http://schemas.openxmlformats.org/officeDocument/2006/relationships" id="268" r:id="R6b6c88d3d8e2405e"/>
    <p:sldId xmlns:r="http://schemas.openxmlformats.org/officeDocument/2006/relationships" id="269" r:id="R14cf9ececb034ad8"/>
    <p:sldId xmlns:r="http://schemas.openxmlformats.org/officeDocument/2006/relationships" id="270" r:id="R67a128e5bae34cf0"/>
    <p:sldId xmlns:r="http://schemas.openxmlformats.org/officeDocument/2006/relationships" id="271" r:id="R8ca8b6500eb64a68"/>
    <p:sldId xmlns:r="http://schemas.openxmlformats.org/officeDocument/2006/relationships" id="272" r:id="Rf8fe743780074b2a"/>
    <p:sldId xmlns:r="http://schemas.openxmlformats.org/officeDocument/2006/relationships" id="273" r:id="R8ae20bebd610439b"/>
    <p:sldId xmlns:r="http://schemas.openxmlformats.org/officeDocument/2006/relationships" id="274" r:id="R1407e562d6584edc"/>
    <p:sldId xmlns:r="http://schemas.openxmlformats.org/officeDocument/2006/relationships" id="275" r:id="R18bc74bc3e5f4dab"/>
    <p:sldId xmlns:r="http://schemas.openxmlformats.org/officeDocument/2006/relationships" id="276" r:id="R9568d370f6bc4b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849d7054354599" /><Relationship Type="http://schemas.openxmlformats.org/officeDocument/2006/relationships/slideMaster" Target="/ppt/slideMasters/slideMaster1.xml" Id="R000df4fce4d44041" /><Relationship Type="http://schemas.openxmlformats.org/officeDocument/2006/relationships/notesMaster" Target="/ppt/notesMasters/notesMaster1.xml" Id="Rff78ce3724ee426c" /><Relationship Type="http://schemas.openxmlformats.org/officeDocument/2006/relationships/presProps" Target="/ppt/presProps.xml" Id="R04a81c5020cd42f6" /><Relationship Type="http://schemas.openxmlformats.org/officeDocument/2006/relationships/tableStyles" Target="/ppt/tableStyles.xml" Id="R5fbd4475a41a437c" /><Relationship Type="http://schemas.openxmlformats.org/officeDocument/2006/relationships/slide" Target="/ppt/slides/slide1.xml" Id="R2c7f1359a4284511" /><Relationship Type="http://schemas.openxmlformats.org/officeDocument/2006/relationships/slide" Target="/ppt/slides/slide2.xml" Id="R96416986a77642c3" /><Relationship Type="http://schemas.openxmlformats.org/officeDocument/2006/relationships/slide" Target="/ppt/slides/slide3.xml" Id="Rdf1fb55f576b4a7f" /><Relationship Type="http://schemas.openxmlformats.org/officeDocument/2006/relationships/slide" Target="/ppt/slides/slide4.xml" Id="Rbd8b29a50ab14cd5" /><Relationship Type="http://schemas.openxmlformats.org/officeDocument/2006/relationships/slide" Target="/ppt/slides/slide5.xml" Id="R658fa7f3a56c4d56" /><Relationship Type="http://schemas.openxmlformats.org/officeDocument/2006/relationships/slide" Target="/ppt/slides/slide6.xml" Id="Ra651e5158cfa4b64" /><Relationship Type="http://schemas.openxmlformats.org/officeDocument/2006/relationships/slide" Target="/ppt/slides/slide7.xml" Id="R1047fa4e3a6d4420" /><Relationship Type="http://schemas.openxmlformats.org/officeDocument/2006/relationships/slide" Target="/ppt/slides/slide8.xml" Id="R9349e780e4fe4412" /><Relationship Type="http://schemas.openxmlformats.org/officeDocument/2006/relationships/slide" Target="/ppt/slides/slide9.xml" Id="R2a350d49e0714220" /><Relationship Type="http://schemas.openxmlformats.org/officeDocument/2006/relationships/slide" Target="/ppt/slides/slide10.xml" Id="R34af39a3faab4a51" /><Relationship Type="http://schemas.openxmlformats.org/officeDocument/2006/relationships/slide" Target="/ppt/slides/slide11.xml" Id="R5c3fee3db345418c" /><Relationship Type="http://schemas.openxmlformats.org/officeDocument/2006/relationships/slide" Target="/ppt/slides/slide12.xml" Id="Rc25f53e218404624" /><Relationship Type="http://schemas.openxmlformats.org/officeDocument/2006/relationships/slide" Target="/ppt/slides/slide13.xml" Id="R6b6c88d3d8e2405e" /><Relationship Type="http://schemas.openxmlformats.org/officeDocument/2006/relationships/slide" Target="/ppt/slides/slide14.xml" Id="R14cf9ececb034ad8" /><Relationship Type="http://schemas.openxmlformats.org/officeDocument/2006/relationships/slide" Target="/ppt/slides/slide15.xml" Id="R67a128e5bae34cf0" /><Relationship Type="http://schemas.openxmlformats.org/officeDocument/2006/relationships/slide" Target="/ppt/slides/slide16.xml" Id="R8ca8b6500eb64a68" /><Relationship Type="http://schemas.openxmlformats.org/officeDocument/2006/relationships/slide" Target="/ppt/slides/slide17.xml" Id="Rf8fe743780074b2a" /><Relationship Type="http://schemas.openxmlformats.org/officeDocument/2006/relationships/slide" Target="/ppt/slides/slide18.xml" Id="R8ae20bebd610439b" /><Relationship Type="http://schemas.openxmlformats.org/officeDocument/2006/relationships/slide" Target="/ppt/slides/slide19.xml" Id="R1407e562d6584edc" /><Relationship Type="http://schemas.openxmlformats.org/officeDocument/2006/relationships/slide" Target="/ppt/slides/slide20.xml" Id="R18bc74bc3e5f4dab" /><Relationship Type="http://schemas.openxmlformats.org/officeDocument/2006/relationships/slide" Target="/ppt/slides/slide21.xml" Id="R9568d370f6bc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c4c081d7a944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92d4de50b544e2" /><Relationship Type="http://schemas.openxmlformats.org/officeDocument/2006/relationships/notesMaster" Target="/ppt/notesMasters/notesMaster1.xml" Id="Rcd38fc72ca7d48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65ae2ca69048a5" /><Relationship Type="http://schemas.openxmlformats.org/officeDocument/2006/relationships/notesMaster" Target="/ppt/notesMasters/notesMaster1.xml" Id="Rd208a6495da94d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b7c52d6c7b4903" /><Relationship Type="http://schemas.openxmlformats.org/officeDocument/2006/relationships/notesMaster" Target="/ppt/notesMasters/notesMaster1.xml" Id="R443d7770e11d4b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30e8172b5c4e9d" /><Relationship Type="http://schemas.openxmlformats.org/officeDocument/2006/relationships/notesMaster" Target="/ppt/notesMasters/notesMaster1.xml" Id="R28a45e70ef5845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b5aa4d58194867" /><Relationship Type="http://schemas.openxmlformats.org/officeDocument/2006/relationships/notesMaster" Target="/ppt/notesMasters/notesMaster1.xml" Id="R7ecc995df04f49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0c6d8707b1475e" /><Relationship Type="http://schemas.openxmlformats.org/officeDocument/2006/relationships/notesMaster" Target="/ppt/notesMasters/notesMaster1.xml" Id="R974197b5ff1b4c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864fa4817c44e6" /><Relationship Type="http://schemas.openxmlformats.org/officeDocument/2006/relationships/notesMaster" Target="/ppt/notesMasters/notesMaster1.xml" Id="Re51dfc65e90a4b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d21f37f15d40b1" /><Relationship Type="http://schemas.openxmlformats.org/officeDocument/2006/relationships/notesMaster" Target="/ppt/notesMasters/notesMaster1.xml" Id="R4b78bdcbc38644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19c659dac94183" /><Relationship Type="http://schemas.openxmlformats.org/officeDocument/2006/relationships/notesMaster" Target="/ppt/notesMasters/notesMaster1.xml" Id="Rf81d9508377345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9219305a14431f" /><Relationship Type="http://schemas.openxmlformats.org/officeDocument/2006/relationships/notesMaster" Target="/ppt/notesMasters/notesMaster1.xml" Id="Re0050f1225094b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43233662464ef0" /><Relationship Type="http://schemas.openxmlformats.org/officeDocument/2006/relationships/notesMaster" Target="/ppt/notesMasters/notesMaster1.xml" Id="R374c55e6914a42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77e7d417174066" /><Relationship Type="http://schemas.openxmlformats.org/officeDocument/2006/relationships/notesMaster" Target="/ppt/notesMasters/notesMaster1.xml" Id="R60f8bbc02d084f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0740ee58fb4105" /><Relationship Type="http://schemas.openxmlformats.org/officeDocument/2006/relationships/notesMaster" Target="/ppt/notesMasters/notesMaster1.xml" Id="R555898c0409c43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aa014f0dc446d6" /><Relationship Type="http://schemas.openxmlformats.org/officeDocument/2006/relationships/notesMaster" Target="/ppt/notesMasters/notesMaster1.xml" Id="Rdc8bfe48880a46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94bd4ba59446b2" /><Relationship Type="http://schemas.openxmlformats.org/officeDocument/2006/relationships/notesMaster" Target="/ppt/notesMasters/notesMaster1.xml" Id="Rafd2663ee9d547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dc54d66cb64a8a" /><Relationship Type="http://schemas.openxmlformats.org/officeDocument/2006/relationships/notesMaster" Target="/ppt/notesMasters/notesMaster1.xml" Id="R5ac3fefaf02348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c5e8a440824977" /><Relationship Type="http://schemas.openxmlformats.org/officeDocument/2006/relationships/notesMaster" Target="/ppt/notesMasters/notesMaster1.xml" Id="R1ec444ad26c549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8c2ddf9540419d" /><Relationship Type="http://schemas.openxmlformats.org/officeDocument/2006/relationships/notesMaster" Target="/ppt/notesMasters/notesMaster1.xml" Id="R71df8f82cafb45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8d468eea194611" /><Relationship Type="http://schemas.openxmlformats.org/officeDocument/2006/relationships/notesMaster" Target="/ppt/notesMasters/notesMaster1.xml" Id="Rf8e5b7ceb89641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7bfca69794411b" /><Relationship Type="http://schemas.openxmlformats.org/officeDocument/2006/relationships/notesMaster" Target="/ppt/notesMasters/notesMaster1.xml" Id="R43bb3923920541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0d8388bfc54708" /><Relationship Type="http://schemas.openxmlformats.org/officeDocument/2006/relationships/notesMaster" Target="/ppt/notesMasters/notesMaster1.xml" Id="R5ddbde31210b42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344c818984e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095d2c6b14a3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a483f1c3d24ae9" /><Relationship Type="http://schemas.openxmlformats.org/officeDocument/2006/relationships/slideLayout" Target="/ppt/slideLayouts/slideLayout1.xml" Id="R8419dcee343842d5" /><Relationship Type="http://schemas.openxmlformats.org/officeDocument/2006/relationships/slideLayout" Target="/ppt/slideLayouts/slideLayout2.xml" Id="Rcdeb9ab9ebc645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19dcee343842d5"/>
    <p:sldLayoutId xmlns:r="http://schemas.openxmlformats.org/officeDocument/2006/relationships" id="2147483650" r:id="Rcdeb9ab9ebc645ce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02f8baf51444c8" /><Relationship Type="http://schemas.openxmlformats.org/officeDocument/2006/relationships/image" Target="/ppt/media/image.png" Id="R01f15f61436d46f1" /><Relationship Type="http://schemas.openxmlformats.org/officeDocument/2006/relationships/image" Target="/ppt/media/image2.png" Id="R002aea37bf4e4743" /><Relationship Type="http://schemas.openxmlformats.org/officeDocument/2006/relationships/notesSlide" Target="/ppt/notesSlides/notesSlide1.xml" Id="Rcd6aa80c72ba46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f5742bb4a14555" /><Relationship Type="http://schemas.openxmlformats.org/officeDocument/2006/relationships/image" Target="/ppt/media/image2.png" Id="R4a9165f207694839" /><Relationship Type="http://schemas.openxmlformats.org/officeDocument/2006/relationships/notesSlide" Target="/ppt/notesSlides/notesSlide2.xml" Id="R43e723e6e8c641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0dbf17e474329" /><Relationship Type="http://schemas.openxmlformats.org/officeDocument/2006/relationships/image" Target="/ppt/media/image2.png" Id="Rf94da404f86a4273" /><Relationship Type="http://schemas.openxmlformats.org/officeDocument/2006/relationships/notesSlide" Target="/ppt/notesSlides/notesSlide3.xml" Id="R0f7b032b56a84a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232c8c5b864672" /><Relationship Type="http://schemas.openxmlformats.org/officeDocument/2006/relationships/image" Target="/ppt/media/image2.png" Id="R14a2cbf4372443b1" /><Relationship Type="http://schemas.openxmlformats.org/officeDocument/2006/relationships/notesSlide" Target="/ppt/notesSlides/notesSlide4.xml" Id="Rb5443bd9e8d242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04552070a84b39" /><Relationship Type="http://schemas.openxmlformats.org/officeDocument/2006/relationships/image" Target="/ppt/media/image2.png" Id="R07c9dda430204bcd" /><Relationship Type="http://schemas.openxmlformats.org/officeDocument/2006/relationships/notesSlide" Target="/ppt/notesSlides/notesSlide5.xml" Id="R2e507ffcbdb842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b5db35acb49a8" /><Relationship Type="http://schemas.openxmlformats.org/officeDocument/2006/relationships/image" Target="/ppt/media/image2.png" Id="R8349951c0b9e49bf" /><Relationship Type="http://schemas.openxmlformats.org/officeDocument/2006/relationships/notesSlide" Target="/ppt/notesSlides/notesSlide6.xml" Id="R7bf905baf88f47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74f07aa944182" /><Relationship Type="http://schemas.openxmlformats.org/officeDocument/2006/relationships/image" Target="/ppt/media/image2.png" Id="Rf45e41acedcd4446" /><Relationship Type="http://schemas.openxmlformats.org/officeDocument/2006/relationships/notesSlide" Target="/ppt/notesSlides/notesSlide7.xml" Id="R321183588da64b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dffe2ad3824c9b" /><Relationship Type="http://schemas.openxmlformats.org/officeDocument/2006/relationships/image" Target="/ppt/media/image2.png" Id="Rc2412b2a2596482c" /><Relationship Type="http://schemas.openxmlformats.org/officeDocument/2006/relationships/notesSlide" Target="/ppt/notesSlides/notesSlide8.xml" Id="Rac792256060848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049231d7874fc9" /><Relationship Type="http://schemas.openxmlformats.org/officeDocument/2006/relationships/image" Target="/ppt/media/image2.png" Id="R94f638bb917a4c83" /><Relationship Type="http://schemas.openxmlformats.org/officeDocument/2006/relationships/notesSlide" Target="/ppt/notesSlides/notesSlide9.xml" Id="R90b29eb5360b4b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9a2485388429f" /><Relationship Type="http://schemas.openxmlformats.org/officeDocument/2006/relationships/image" Target="/ppt/media/image2.png" Id="R31e032c4871846b8" /><Relationship Type="http://schemas.openxmlformats.org/officeDocument/2006/relationships/notesSlide" Target="/ppt/notesSlides/notesSlide10.xml" Id="Rfcaad37bc08f43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39c1cb80945e1" /><Relationship Type="http://schemas.openxmlformats.org/officeDocument/2006/relationships/image" Target="/ppt/media/image2.png" Id="Rae2a120e4d2941bf" /><Relationship Type="http://schemas.openxmlformats.org/officeDocument/2006/relationships/notesSlide" Target="/ppt/notesSlides/notesSlide11.xml" Id="R1965252c7b1144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8cb47137d3430b" /><Relationship Type="http://schemas.openxmlformats.org/officeDocument/2006/relationships/image" Target="/ppt/media/image2.png" Id="R611462d93cc84b70" /><Relationship Type="http://schemas.openxmlformats.org/officeDocument/2006/relationships/notesSlide" Target="/ppt/notesSlides/notesSlide12.xml" Id="R1ff2b0c0d3bc45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d88ccc9a5c4e38" /><Relationship Type="http://schemas.openxmlformats.org/officeDocument/2006/relationships/image" Target="/ppt/media/image2.png" Id="R27c9286bb8c34a88" /><Relationship Type="http://schemas.openxmlformats.org/officeDocument/2006/relationships/notesSlide" Target="/ppt/notesSlides/notesSlide13.xml" Id="Rb4b5f0f798d44a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61eec9c63545b6" /><Relationship Type="http://schemas.openxmlformats.org/officeDocument/2006/relationships/image" Target="/ppt/media/image2.png" Id="R39e06152ac8b4a1c" /><Relationship Type="http://schemas.openxmlformats.org/officeDocument/2006/relationships/notesSlide" Target="/ppt/notesSlides/notesSlide14.xml" Id="Ra8c80885235e46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2fabdafe324c0b" /><Relationship Type="http://schemas.openxmlformats.org/officeDocument/2006/relationships/image" Target="/ppt/media/image2.png" Id="Rd7d694c3afa0427a" /><Relationship Type="http://schemas.openxmlformats.org/officeDocument/2006/relationships/notesSlide" Target="/ppt/notesSlides/notesSlide15.xml" Id="R35fc8dcca8c448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e93b672a8b407a" /><Relationship Type="http://schemas.openxmlformats.org/officeDocument/2006/relationships/image" Target="/ppt/media/image2.png" Id="R1431391b1f5e4797" /><Relationship Type="http://schemas.openxmlformats.org/officeDocument/2006/relationships/notesSlide" Target="/ppt/notesSlides/notesSlide16.xml" Id="Rfed900c4a73347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d993fbdf804d90" /><Relationship Type="http://schemas.openxmlformats.org/officeDocument/2006/relationships/image" Target="/ppt/media/image2.png" Id="R8bef402677f14c12" /><Relationship Type="http://schemas.openxmlformats.org/officeDocument/2006/relationships/notesSlide" Target="/ppt/notesSlides/notesSlide17.xml" Id="Rf18da4bcf78c4b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1bda64ffd4fa5" /><Relationship Type="http://schemas.openxmlformats.org/officeDocument/2006/relationships/image" Target="/ppt/media/image2.png" Id="R69a955c2f43347e3" /><Relationship Type="http://schemas.openxmlformats.org/officeDocument/2006/relationships/notesSlide" Target="/ppt/notesSlides/notesSlide18.xml" Id="R900611e087de43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04315d801e4a4b" /><Relationship Type="http://schemas.openxmlformats.org/officeDocument/2006/relationships/image" Target="/ppt/media/image2.png" Id="R6ceabacf26db4129" /><Relationship Type="http://schemas.openxmlformats.org/officeDocument/2006/relationships/notesSlide" Target="/ppt/notesSlides/notesSlide19.xml" Id="R54d9148ce1a343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a6a65ebc784dd5" /><Relationship Type="http://schemas.openxmlformats.org/officeDocument/2006/relationships/image" Target="/ppt/media/image2.png" Id="R9ca6f26d0ea84bdd" /><Relationship Type="http://schemas.openxmlformats.org/officeDocument/2006/relationships/notesSlide" Target="/ppt/notesSlides/notesSlide20.xml" Id="R42564502ecb543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cbfc677a2c42e4" /><Relationship Type="http://schemas.openxmlformats.org/officeDocument/2006/relationships/image" Target="/ppt/media/image.png" Id="R0e61afd7bb3944c0" /><Relationship Type="http://schemas.openxmlformats.org/officeDocument/2006/relationships/image" Target="/ppt/media/image2.png" Id="R8aa4664813c544dd" /><Relationship Type="http://schemas.openxmlformats.org/officeDocument/2006/relationships/notesSlide" Target="/ppt/notesSlides/notesSlide21.xml" Id="R6b979ec512674f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15f61436d46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aea37bf4e4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Pembelajaran Mesin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Irlandia Ginanjar,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Pembelajaran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Mesin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165f207694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Pembelajaran Mesin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387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Setelah mengikuti pertemuan ini, mahasiswa diharapkan mampu menjelaskan konsep definisi machine learning, statistik klasik, supervised learning, unsupervised learning…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pembelajaran mesin dan pendahuluan machine…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feature engineering, feature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Prediksi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Klasifikasi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Bisnis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da404f86a4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pembelajaran mesin dan pendahuluan machine learning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feature engineering, feature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2cbf4372443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Pendahuluan, Kebutuhan dan, Pemilihan Metode, Supervised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Supervised, Unsupervised, Feature, UTS Berbasis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Ensemble Learning, Neural Network dan, Evaluation, Hyperparameter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 Model, Visualisasi dan, Pelaporan Ilmiah, UAS Proyek Akhir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9dda430204b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Pembelajaran Mesin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9951c0b9e49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e41acedcd44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Pendahuluan, Kebutuhan dan, Pemilihan Metode, Supervised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Machine Learning dan…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Analisis Kebutuhan dan…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Pemilihan Metode Berdasarkan…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Machine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Kebutuhan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Pemilihan Metode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Supervised Learning untuk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Supervised Learning untuk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12b2a2596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Pemilihan Metode, Supervised, Supervised, Unsupervised, Feature, UTS Berbasis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767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Pemilihan Metode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4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Kompetensi ini mendukung SubCPMK1 dalam…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Supervised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4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Kompetensi ini mendukung SubCPMK2 dalam…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Supervised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4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Kompetensi ini mendukung SubCPMK2 dalam…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Unsupervised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4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Kompetensi ini mendukung SubCPMK2 dalam…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4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Kompetensi ini mendukung SubCPMK3 dalam…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 Berbasis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46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Kompetensi ini mendukung SubCPMK3 dalam…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Supervised Learning untuk Regresi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Feature Engineering, Feature Selection, dan Pipeline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638bb917a4c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Unsupervised Learning: Clustering dan Reduksi Dimensi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Supervised Learning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Kompetensi ini…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Unsupervised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Kompetensi ini…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Feature Engineering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Kompetensi ini…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Berbasis Proyek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Kompetensi ini…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Ensemble Learning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Kompetensi ini…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032c4871846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a120e4d2941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462d93cc84b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9286bb8c34a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Ensemble Learning, Neural Network dan, Evaluation, Hyperparameter, Interpretasi Model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Ensemble Learning dan Gradient Boosting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Evaluation, Validation, dan Model Comparison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Interpretasi Model dan Explainable Machine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Ensemble Learning dan Gradient Boosting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Neural Network dan Deep Learning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Evaluation, Validation, dan Model…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Hyperparameter Tuning dan Eksperimen…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Interpretasi Model dan Explainable…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06152ac8b4a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694c3afa042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Neural Network dan Deep Learning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Evaluation, Validation,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Hyperparameter Tuning dan Eksperimen…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Interpretasi Model dan Explainable…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Visualisasi dan Komunikasi Hasil…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Pelaporan Ilmiah, Peer Review, dan…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1391b1f5e4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f402677f14c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955c2f433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Model Evaluation, Validation, dan…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Hyperparameter Tuning dan…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Interpretasi Model dan Explainable…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Visualisasi dan Komunikasi Hasil…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Pelaporan Ilmiah, Peer Review, dan…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 Proyek Akhir dan Pertahanan…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abacf26db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Machine…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Analisis Kebutuhan dan…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Supervised Learning untuk…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Berbasis Proyek…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Neural Network dan Deep…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Pelaporan Ilmiah, Peer…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6f26d0ea8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Pembelajaran Mesin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Metrik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Metrik apa yang paling sesuai…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 cara…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cara menjelaskan…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Keputusan…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Keputusan preprocessing mana…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Apa baseline…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baseline yang adil untuk…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1afd7bb3944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4664813c5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Pembelajaran Mesin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Pembelajaran Mesin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2026-07-26T23:34:25.3430000Z</dcterms:created>
  <dcterms:modified xsi:type="dcterms:W3CDTF">2026-07-26T23:34:25.3430000Z</dcterms:modified>
</coreProperties>
</file>