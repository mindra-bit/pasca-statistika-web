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403a4fcb0647c0" /><Relationship Type="http://schemas.openxmlformats.org/officeDocument/2006/relationships/extended-properties" Target="/docProps/app.xml" Id="Ra54acfa964404808" /><Relationship Type="http://schemas.openxmlformats.org/officeDocument/2006/relationships/officeDocument" Target="/ppt/presentation.xml" Id="R7d3c1c2eb10442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15cd06ba844eb"/>
  </p:sldMasterIdLst>
  <p:notesMasterIdLst>
    <p:notesMasterId xmlns:r="http://schemas.openxmlformats.org/officeDocument/2006/relationships" r:id="R0afbe4c86cbf4074"/>
  </p:notesMasterIdLst>
  <p:sldIdLst>
    <p:sldId xmlns:r="http://schemas.openxmlformats.org/officeDocument/2006/relationships" id="256" r:id="R933e5d88e8fb435f"/>
    <p:sldId xmlns:r="http://schemas.openxmlformats.org/officeDocument/2006/relationships" id="257" r:id="R1638a738e9334459"/>
    <p:sldId xmlns:r="http://schemas.openxmlformats.org/officeDocument/2006/relationships" id="258" r:id="Raf7fc687a1e146b2"/>
    <p:sldId xmlns:r="http://schemas.openxmlformats.org/officeDocument/2006/relationships" id="259" r:id="R8cf9f6db008c4144"/>
    <p:sldId xmlns:r="http://schemas.openxmlformats.org/officeDocument/2006/relationships" id="260" r:id="R90c1ba41e1714d8e"/>
    <p:sldId xmlns:r="http://schemas.openxmlformats.org/officeDocument/2006/relationships" id="261" r:id="Ra7e940312c9f4038"/>
    <p:sldId xmlns:r="http://schemas.openxmlformats.org/officeDocument/2006/relationships" id="262" r:id="Rf5c2e094e2dc4741"/>
    <p:sldId xmlns:r="http://schemas.openxmlformats.org/officeDocument/2006/relationships" id="263" r:id="Rd8ca97b2435445c5"/>
    <p:sldId xmlns:r="http://schemas.openxmlformats.org/officeDocument/2006/relationships" id="264" r:id="R386e74b9eeb34a9e"/>
    <p:sldId xmlns:r="http://schemas.openxmlformats.org/officeDocument/2006/relationships" id="265" r:id="R9221830f1458491b"/>
    <p:sldId xmlns:r="http://schemas.openxmlformats.org/officeDocument/2006/relationships" id="266" r:id="R682fad4a6ee54968"/>
    <p:sldId xmlns:r="http://schemas.openxmlformats.org/officeDocument/2006/relationships" id="267" r:id="R2c385c3dcb0a4c5d"/>
    <p:sldId xmlns:r="http://schemas.openxmlformats.org/officeDocument/2006/relationships" id="268" r:id="R41f2dee3d27148d6"/>
    <p:sldId xmlns:r="http://schemas.openxmlformats.org/officeDocument/2006/relationships" id="269" r:id="R2c8e70ce689d46d3"/>
    <p:sldId xmlns:r="http://schemas.openxmlformats.org/officeDocument/2006/relationships" id="270" r:id="Rc7e965357fb048ad"/>
    <p:sldId xmlns:r="http://schemas.openxmlformats.org/officeDocument/2006/relationships" id="271" r:id="Rb045b325f96d476e"/>
    <p:sldId xmlns:r="http://schemas.openxmlformats.org/officeDocument/2006/relationships" id="272" r:id="Ra9ff34b4b4804a9a"/>
    <p:sldId xmlns:r="http://schemas.openxmlformats.org/officeDocument/2006/relationships" id="273" r:id="Rca690f3c883c41ab"/>
    <p:sldId xmlns:r="http://schemas.openxmlformats.org/officeDocument/2006/relationships" id="274" r:id="Rd6bc1588bf324ce9"/>
    <p:sldId xmlns:r="http://schemas.openxmlformats.org/officeDocument/2006/relationships" id="275" r:id="Re638cb019b174616"/>
    <p:sldId xmlns:r="http://schemas.openxmlformats.org/officeDocument/2006/relationships" id="276" r:id="R4bd48c9c5d654a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697febef244ab3" /><Relationship Type="http://schemas.openxmlformats.org/officeDocument/2006/relationships/slideMaster" Target="/ppt/slideMasters/slideMaster1.xml" Id="R1e315cd06ba844eb" /><Relationship Type="http://schemas.openxmlformats.org/officeDocument/2006/relationships/notesMaster" Target="/ppt/notesMasters/notesMaster1.xml" Id="R0afbe4c86cbf4074" /><Relationship Type="http://schemas.openxmlformats.org/officeDocument/2006/relationships/presProps" Target="/ppt/presProps.xml" Id="Rfa957e9a7f6e4b4c" /><Relationship Type="http://schemas.openxmlformats.org/officeDocument/2006/relationships/tableStyles" Target="/ppt/tableStyles.xml" Id="Rbb4cbb8470374039" /><Relationship Type="http://schemas.openxmlformats.org/officeDocument/2006/relationships/slide" Target="/ppt/slides/slide1.xml" Id="R933e5d88e8fb435f" /><Relationship Type="http://schemas.openxmlformats.org/officeDocument/2006/relationships/slide" Target="/ppt/slides/slide2.xml" Id="R1638a738e9334459" /><Relationship Type="http://schemas.openxmlformats.org/officeDocument/2006/relationships/slide" Target="/ppt/slides/slide3.xml" Id="Raf7fc687a1e146b2" /><Relationship Type="http://schemas.openxmlformats.org/officeDocument/2006/relationships/slide" Target="/ppt/slides/slide4.xml" Id="R8cf9f6db008c4144" /><Relationship Type="http://schemas.openxmlformats.org/officeDocument/2006/relationships/slide" Target="/ppt/slides/slide5.xml" Id="R90c1ba41e1714d8e" /><Relationship Type="http://schemas.openxmlformats.org/officeDocument/2006/relationships/slide" Target="/ppt/slides/slide6.xml" Id="Ra7e940312c9f4038" /><Relationship Type="http://schemas.openxmlformats.org/officeDocument/2006/relationships/slide" Target="/ppt/slides/slide7.xml" Id="Rf5c2e094e2dc4741" /><Relationship Type="http://schemas.openxmlformats.org/officeDocument/2006/relationships/slide" Target="/ppt/slides/slide8.xml" Id="Rd8ca97b2435445c5" /><Relationship Type="http://schemas.openxmlformats.org/officeDocument/2006/relationships/slide" Target="/ppt/slides/slide9.xml" Id="R386e74b9eeb34a9e" /><Relationship Type="http://schemas.openxmlformats.org/officeDocument/2006/relationships/slide" Target="/ppt/slides/slide10.xml" Id="R9221830f1458491b" /><Relationship Type="http://schemas.openxmlformats.org/officeDocument/2006/relationships/slide" Target="/ppt/slides/slide11.xml" Id="R682fad4a6ee54968" /><Relationship Type="http://schemas.openxmlformats.org/officeDocument/2006/relationships/slide" Target="/ppt/slides/slide12.xml" Id="R2c385c3dcb0a4c5d" /><Relationship Type="http://schemas.openxmlformats.org/officeDocument/2006/relationships/slide" Target="/ppt/slides/slide13.xml" Id="R41f2dee3d27148d6" /><Relationship Type="http://schemas.openxmlformats.org/officeDocument/2006/relationships/slide" Target="/ppt/slides/slide14.xml" Id="R2c8e70ce689d46d3" /><Relationship Type="http://schemas.openxmlformats.org/officeDocument/2006/relationships/slide" Target="/ppt/slides/slide15.xml" Id="Rc7e965357fb048ad" /><Relationship Type="http://schemas.openxmlformats.org/officeDocument/2006/relationships/slide" Target="/ppt/slides/slide16.xml" Id="Rb045b325f96d476e" /><Relationship Type="http://schemas.openxmlformats.org/officeDocument/2006/relationships/slide" Target="/ppt/slides/slide17.xml" Id="Ra9ff34b4b4804a9a" /><Relationship Type="http://schemas.openxmlformats.org/officeDocument/2006/relationships/slide" Target="/ppt/slides/slide18.xml" Id="Rca690f3c883c41ab" /><Relationship Type="http://schemas.openxmlformats.org/officeDocument/2006/relationships/slide" Target="/ppt/slides/slide19.xml" Id="Rd6bc1588bf324ce9" /><Relationship Type="http://schemas.openxmlformats.org/officeDocument/2006/relationships/slide" Target="/ppt/slides/slide20.xml" Id="Re638cb019b174616" /><Relationship Type="http://schemas.openxmlformats.org/officeDocument/2006/relationships/slide" Target="/ppt/slides/slide21.xml" Id="R4bd48c9c5d654a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be9ffc8df543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820c0e67fd43a3" /><Relationship Type="http://schemas.openxmlformats.org/officeDocument/2006/relationships/notesMaster" Target="/ppt/notesMasters/notesMaster1.xml" Id="R6375457d6c0c40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b3d299f0ae4e6b" /><Relationship Type="http://schemas.openxmlformats.org/officeDocument/2006/relationships/notesMaster" Target="/ppt/notesMasters/notesMaster1.xml" Id="R8b40bd4fcd1542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42b7c741434bdf" /><Relationship Type="http://schemas.openxmlformats.org/officeDocument/2006/relationships/notesMaster" Target="/ppt/notesMasters/notesMaster1.xml" Id="Ra42b7986c1fc43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29d9756a60482a" /><Relationship Type="http://schemas.openxmlformats.org/officeDocument/2006/relationships/notesMaster" Target="/ppt/notesMasters/notesMaster1.xml" Id="R6dc7394d250d40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206d081fc94ff5" /><Relationship Type="http://schemas.openxmlformats.org/officeDocument/2006/relationships/notesMaster" Target="/ppt/notesMasters/notesMaster1.xml" Id="R5b56c37dcd1b4d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2a9d135fa84592" /><Relationship Type="http://schemas.openxmlformats.org/officeDocument/2006/relationships/notesMaster" Target="/ppt/notesMasters/notesMaster1.xml" Id="R60b546f4876b43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2461f3a6764228" /><Relationship Type="http://schemas.openxmlformats.org/officeDocument/2006/relationships/notesMaster" Target="/ppt/notesMasters/notesMaster1.xml" Id="Re50112004fbd49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4987886a6d4bb2" /><Relationship Type="http://schemas.openxmlformats.org/officeDocument/2006/relationships/notesMaster" Target="/ppt/notesMasters/notesMaster1.xml" Id="R61f98312d44d47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fed9e5c3d947a2" /><Relationship Type="http://schemas.openxmlformats.org/officeDocument/2006/relationships/notesMaster" Target="/ppt/notesMasters/notesMaster1.xml" Id="R8bfe34b6aecc49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be8b8a62c8440c" /><Relationship Type="http://schemas.openxmlformats.org/officeDocument/2006/relationships/notesMaster" Target="/ppt/notesMasters/notesMaster1.xml" Id="Rdcf7f0b736ba4c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2bfb0f4f0a4679" /><Relationship Type="http://schemas.openxmlformats.org/officeDocument/2006/relationships/notesMaster" Target="/ppt/notesMasters/notesMaster1.xml" Id="Rf7433bd2301a4c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ace643f65e45b9" /><Relationship Type="http://schemas.openxmlformats.org/officeDocument/2006/relationships/notesMaster" Target="/ppt/notesMasters/notesMaster1.xml" Id="R6c59dc5fef314a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74147c93974153" /><Relationship Type="http://schemas.openxmlformats.org/officeDocument/2006/relationships/notesMaster" Target="/ppt/notesMasters/notesMaster1.xml" Id="R0ae438a779c242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91acb8b2de44fa" /><Relationship Type="http://schemas.openxmlformats.org/officeDocument/2006/relationships/notesMaster" Target="/ppt/notesMasters/notesMaster1.xml" Id="Ra6b1d72587174d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6a7071cf2d4968" /><Relationship Type="http://schemas.openxmlformats.org/officeDocument/2006/relationships/notesMaster" Target="/ppt/notesMasters/notesMaster1.xml" Id="R4c37b06a829046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a93f2da2d84379" /><Relationship Type="http://schemas.openxmlformats.org/officeDocument/2006/relationships/notesMaster" Target="/ppt/notesMasters/notesMaster1.xml" Id="R3df60677e34b4f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9a5df712614ea5" /><Relationship Type="http://schemas.openxmlformats.org/officeDocument/2006/relationships/notesMaster" Target="/ppt/notesMasters/notesMaster1.xml" Id="R6a997abed38e44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17b35933ec419f" /><Relationship Type="http://schemas.openxmlformats.org/officeDocument/2006/relationships/notesMaster" Target="/ppt/notesMasters/notesMaster1.xml" Id="R2fbcfc1b868845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1bd02d780b4767" /><Relationship Type="http://schemas.openxmlformats.org/officeDocument/2006/relationships/notesMaster" Target="/ppt/notesMasters/notesMaster1.xml" Id="R2f8c19b29a0041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b338f06ba24f60" /><Relationship Type="http://schemas.openxmlformats.org/officeDocument/2006/relationships/notesMaster" Target="/ppt/notesMasters/notesMaster1.xml" Id="Re167c3e157b242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5aff9791f2d4558" /><Relationship Type="http://schemas.openxmlformats.org/officeDocument/2006/relationships/notesMaster" Target="/ppt/notesMasters/notesMaster1.xml" Id="Rdf012dc6a74249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b6313d7fc47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a902c3001437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33639da2604897" /><Relationship Type="http://schemas.openxmlformats.org/officeDocument/2006/relationships/slideLayout" Target="/ppt/slideLayouts/slideLayout1.xml" Id="Ra5203873abd64cd7" /><Relationship Type="http://schemas.openxmlformats.org/officeDocument/2006/relationships/slideLayout" Target="/ppt/slideLayouts/slideLayout2.xml" Id="R3203e2dcf58e4b1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203873abd64cd7"/>
    <p:sldLayoutId xmlns:r="http://schemas.openxmlformats.org/officeDocument/2006/relationships" id="2147483650" r:id="R3203e2dcf58e4b11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f69dae22f646a3" /><Relationship Type="http://schemas.openxmlformats.org/officeDocument/2006/relationships/image" Target="/ppt/media/image.png" Id="R1e3e9356ea124d7c" /><Relationship Type="http://schemas.openxmlformats.org/officeDocument/2006/relationships/image" Target="/ppt/media/image2.png" Id="R2b4787b1ec22433e" /><Relationship Type="http://schemas.openxmlformats.org/officeDocument/2006/relationships/notesSlide" Target="/ppt/notesSlides/notesSlide1.xml" Id="R25f98365066148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0d7c664d2b4f2c" /><Relationship Type="http://schemas.openxmlformats.org/officeDocument/2006/relationships/image" Target="/ppt/media/image2.png" Id="R2f95882fc08e41e0" /><Relationship Type="http://schemas.openxmlformats.org/officeDocument/2006/relationships/notesSlide" Target="/ppt/notesSlides/notesSlide2.xml" Id="R992a9499eccb47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ac701359ed46b1" /><Relationship Type="http://schemas.openxmlformats.org/officeDocument/2006/relationships/image" Target="/ppt/media/image2.png" Id="Re130a146f609493c" /><Relationship Type="http://schemas.openxmlformats.org/officeDocument/2006/relationships/notesSlide" Target="/ppt/notesSlides/notesSlide3.xml" Id="R5b03c073763147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b91eec69e1429f" /><Relationship Type="http://schemas.openxmlformats.org/officeDocument/2006/relationships/image" Target="/ppt/media/image2.png" Id="R13dd09bd953c4e08" /><Relationship Type="http://schemas.openxmlformats.org/officeDocument/2006/relationships/notesSlide" Target="/ppt/notesSlides/notesSlide4.xml" Id="R76a494b2ff5248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02887be7124057" /><Relationship Type="http://schemas.openxmlformats.org/officeDocument/2006/relationships/image" Target="/ppt/media/image2.png" Id="Rdcf5fdbf6abd4934" /><Relationship Type="http://schemas.openxmlformats.org/officeDocument/2006/relationships/notesSlide" Target="/ppt/notesSlides/notesSlide5.xml" Id="R2aa81d6a79d244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857017072c4164" /><Relationship Type="http://schemas.openxmlformats.org/officeDocument/2006/relationships/image" Target="/ppt/media/image2.png" Id="R7e0a481cbc9f48be" /><Relationship Type="http://schemas.openxmlformats.org/officeDocument/2006/relationships/notesSlide" Target="/ppt/notesSlides/notesSlide6.xml" Id="R82effc0a694b46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fb9ba9201243cd" /><Relationship Type="http://schemas.openxmlformats.org/officeDocument/2006/relationships/image" Target="/ppt/media/image2.png" Id="R248f2a250d384fbc" /><Relationship Type="http://schemas.openxmlformats.org/officeDocument/2006/relationships/notesSlide" Target="/ppt/notesSlides/notesSlide7.xml" Id="R03775a8200c64e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f935a7e8cf4802" /><Relationship Type="http://schemas.openxmlformats.org/officeDocument/2006/relationships/image" Target="/ppt/media/image2.png" Id="Rd6493d4e726b4128" /><Relationship Type="http://schemas.openxmlformats.org/officeDocument/2006/relationships/notesSlide" Target="/ppt/notesSlides/notesSlide8.xml" Id="R166fd0a4bbcb4f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b650f4724742a6" /><Relationship Type="http://schemas.openxmlformats.org/officeDocument/2006/relationships/image" Target="/ppt/media/image2.png" Id="R26c9f6317ded4384" /><Relationship Type="http://schemas.openxmlformats.org/officeDocument/2006/relationships/notesSlide" Target="/ppt/notesSlides/notesSlide9.xml" Id="R0ab6cf1dccee47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79eb285bbc4afc" /><Relationship Type="http://schemas.openxmlformats.org/officeDocument/2006/relationships/image" Target="/ppt/media/image2.png" Id="R3ff9366cabf14d0b" /><Relationship Type="http://schemas.openxmlformats.org/officeDocument/2006/relationships/notesSlide" Target="/ppt/notesSlides/notesSlide10.xml" Id="Rb75c28132b7148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bc829ec48410b" /><Relationship Type="http://schemas.openxmlformats.org/officeDocument/2006/relationships/image" Target="/ppt/media/image2.png" Id="R0a9f6654f865430f" /><Relationship Type="http://schemas.openxmlformats.org/officeDocument/2006/relationships/notesSlide" Target="/ppt/notesSlides/notesSlide11.xml" Id="R8f38ddfb10434e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8e77660b8a4c81" /><Relationship Type="http://schemas.openxmlformats.org/officeDocument/2006/relationships/image" Target="/ppt/media/image2.png" Id="Rc133a33922d34cf9" /><Relationship Type="http://schemas.openxmlformats.org/officeDocument/2006/relationships/notesSlide" Target="/ppt/notesSlides/notesSlide12.xml" Id="R590e1cbad78447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bc896139014de6" /><Relationship Type="http://schemas.openxmlformats.org/officeDocument/2006/relationships/image" Target="/ppt/media/image2.png" Id="Rddd01cdbd900465a" /><Relationship Type="http://schemas.openxmlformats.org/officeDocument/2006/relationships/notesSlide" Target="/ppt/notesSlides/notesSlide13.xml" Id="Rff463f6b2ae844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a74b68b0e94d08" /><Relationship Type="http://schemas.openxmlformats.org/officeDocument/2006/relationships/image" Target="/ppt/media/image2.png" Id="R4f266e45c91f4be1" /><Relationship Type="http://schemas.openxmlformats.org/officeDocument/2006/relationships/notesSlide" Target="/ppt/notesSlides/notesSlide14.xml" Id="Re07ced8311dd4a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4eca7752824380" /><Relationship Type="http://schemas.openxmlformats.org/officeDocument/2006/relationships/image" Target="/ppt/media/image2.png" Id="Rc27e2986287b469d" /><Relationship Type="http://schemas.openxmlformats.org/officeDocument/2006/relationships/notesSlide" Target="/ppt/notesSlides/notesSlide15.xml" Id="R45c2ad8ae60e48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9fc980cd4645c5" /><Relationship Type="http://schemas.openxmlformats.org/officeDocument/2006/relationships/image" Target="/ppt/media/image2.png" Id="Re4f80810b3dc48b1" /><Relationship Type="http://schemas.openxmlformats.org/officeDocument/2006/relationships/notesSlide" Target="/ppt/notesSlides/notesSlide16.xml" Id="Rb86301e7325b44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b63bcba6043f2" /><Relationship Type="http://schemas.openxmlformats.org/officeDocument/2006/relationships/image" Target="/ppt/media/image2.png" Id="R2b5ebbe21c574151" /><Relationship Type="http://schemas.openxmlformats.org/officeDocument/2006/relationships/notesSlide" Target="/ppt/notesSlides/notesSlide17.xml" Id="Re23d7c4a152548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ad7f594ab47af" /><Relationship Type="http://schemas.openxmlformats.org/officeDocument/2006/relationships/image" Target="/ppt/media/image2.png" Id="Ra6c9d5b61f5440ec" /><Relationship Type="http://schemas.openxmlformats.org/officeDocument/2006/relationships/notesSlide" Target="/ppt/notesSlides/notesSlide18.xml" Id="R7c779ae45f6541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cb87fa7f0749b1" /><Relationship Type="http://schemas.openxmlformats.org/officeDocument/2006/relationships/image" Target="/ppt/media/image2.png" Id="R340d69fb4ef94fc9" /><Relationship Type="http://schemas.openxmlformats.org/officeDocument/2006/relationships/notesSlide" Target="/ppt/notesSlides/notesSlide19.xml" Id="R3c6a94c4a6c347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8d58634b54e1b" /><Relationship Type="http://schemas.openxmlformats.org/officeDocument/2006/relationships/image" Target="/ppt/media/image2.png" Id="Ra00868a7031545ce" /><Relationship Type="http://schemas.openxmlformats.org/officeDocument/2006/relationships/notesSlide" Target="/ppt/notesSlides/notesSlide20.xml" Id="Rac1a7d96f7ce4e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b7ac3063a947dc" /><Relationship Type="http://schemas.openxmlformats.org/officeDocument/2006/relationships/image" Target="/ppt/media/image.png" Id="R5e834efd13a04565" /><Relationship Type="http://schemas.openxmlformats.org/officeDocument/2006/relationships/image" Target="/ppt/media/image2.png" Id="Rf9c6fd68771747d9" /><Relationship Type="http://schemas.openxmlformats.org/officeDocument/2006/relationships/notesSlide" Target="/ppt/notesSlides/notesSlide21.xml" Id="Rd40a2b0798514c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e9356ea124d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787b1ec2243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Analisis Multivariat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Tingkat Lanjut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Irlandia Ginanjar,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Multivariat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Terapan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5882fc08e41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Analisis Multivariat Lanjut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775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Materi ini disusun sebagai bahan ajar komprehensif untuk mata kuliah Analisis Multivariat Tingkat Lanjut pada Program Studi S2 Statistika Terapan FMIPA Universitas…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multivariat tingkat lanjut dan bab 2.…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bab 8. integrasi pca/fa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Sosial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Ekonomi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0a146f60949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multivariat tingkat lanjut dan bab 2. distribusi normal secara…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bab 8. integrasi pca/fa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d09bd953c4e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2. Distribusi, Bab 3. Uji Vektor, Bab 4. Sampling, Bab 5. Regresi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6. Principal, Bab 7. Analisis, Bab 8. Integrasi, Bab 9. Analisis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10., Bab 11. Analisis, Bab 12. Integrasi, Bab 13. Analisis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14. Biplot dan, Bab 15. Penyusunan, Bab 16. Proyek, Template Laporan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5fdbf6abd4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Analisis Multivariat Lanjut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a481cbc9f48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f2a250d384f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Bab 2. Distribusi, Bab 3. Uji Vektor, Bab 4. Sampling, Bab 5. Regresi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2. Distribusi Normal…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3. Uji Vektor Rata-rata…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4. Sampling Multivariat dan…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2. Distribusi Normal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3. Uji Vektor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4. Sampling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5. Regresi Multivariat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6. Principal Component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93d4e726b4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Bab 4. Sampling, Bab 5. Regresi, Bab 6. Principal, Bab 7. Analisis, Bab 8. Integrasi, Bab 9.…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620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4. Sampling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konsep dan fungsi simple…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5. Regresi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konsep dan fungsi multivariate…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41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6. Principal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konsep dan fungsi eigen…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7.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konsep dan fungsi factor…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9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8. Integrasi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Pertemuan 7 dan Review UTS SubCPMK3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9.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konsep dan fungsi linear…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Bab 5. Regresi Multivariat dengan Respon Ganda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Bab 8. Integrasi PCA/FA dengan Regresi Multivariat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9f6317ded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Bab 7. Analisis Faktor Eksploratori (Exploratory Factor Analysis)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6. Principal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menjelaskan konsep…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7. Analisis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menjelaskan konsep…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8. Integrasi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Pertemuan 7 dan…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9. Analisis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menjelaskan konsep…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10. Diskriminan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menjelaskan konsep…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9366cabf14d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Data → model → validasi → interpretasi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f6654f86543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3a33922d34c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01cdbd90046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Bab 10., Bab 11. Analisis, Bab 12. Integrasi, Bab 13. Analisis, Bab 14. Biplot dan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Bab 10. Diskriminan Nonlinear, QDA, dan Validasi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Bab 12. Integrasi Regresi, PCA/FA, Diskriminan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Bab 14. Biplot dan Visualisasi Data Multivariat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10. Diskriminan Nonlinear, QDA,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11. Analisis Cluster: K-Means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12. Integrasi Regresi, PCA/FA…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13. Analisis Korespondensi Sederhana…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14. Biplot dan Visualisasi Data…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66e45c91f4b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e2986287b46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11. Analisis Cluster: K-Means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12. Integrasi Regresi, PCA/FA…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13. Analisis Korespondensi…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14. Biplot dan Visualisasi Data…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15. Penyusunan Laporan Ilmiah dan…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16. Proyek Akhir, Dashboard…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80810b3dc48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ebbe21c5741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9d5b61f5440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12. Integrasi Regresi, PCA/FA…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13. Analisis Korespondensi…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14. Biplot dan Visualisasi…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15. Penyusunan Laporan Ilmiah…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16. Proyek Akhir, Dashboard…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Template Laporan Ilmiah Mahasiswa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d69fb4ef94f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2. Distribusi Normal…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3. Uji Vektor…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6. Principal…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9. Analisis…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11. Analisis Cluster…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16. Proyek Akhir…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868a7031545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Multivariat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Asumsi apa yang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 krusial…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memilih antara bab…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Kapan hasil…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Kapan hasil model dianggap…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mendeteksi bias…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menyampaikan…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34efd13a04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6fd68771747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Analisis Multivariat Lanjut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Analisis Multivariat Tingkat Lanjut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2026-07-26T23:34:12.2230000Z</dcterms:created>
  <dcterms:modified xsi:type="dcterms:W3CDTF">2026-07-26T23:34:12.2230000Z</dcterms:modified>
</coreProperties>
</file>