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226b4348ab4b7e" /><Relationship Type="http://schemas.openxmlformats.org/officeDocument/2006/relationships/extended-properties" Target="/docProps/app.xml" Id="R067ff5500fa742b2" /><Relationship Type="http://schemas.openxmlformats.org/officeDocument/2006/relationships/officeDocument" Target="/ppt/presentation.xml" Id="Ra4a4e810c6a641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742eee66c84a9c"/>
  </p:sldMasterIdLst>
  <p:notesMasterIdLst>
    <p:notesMasterId xmlns:r="http://schemas.openxmlformats.org/officeDocument/2006/relationships" r:id="Rc1f4c040156042eb"/>
  </p:notesMasterIdLst>
  <p:sldIdLst>
    <p:sldId xmlns:r="http://schemas.openxmlformats.org/officeDocument/2006/relationships" id="256" r:id="R6375731622524a0a"/>
    <p:sldId xmlns:r="http://schemas.openxmlformats.org/officeDocument/2006/relationships" id="257" r:id="R74ad459c0d134679"/>
    <p:sldId xmlns:r="http://schemas.openxmlformats.org/officeDocument/2006/relationships" id="258" r:id="R5af621cf6d214928"/>
    <p:sldId xmlns:r="http://schemas.openxmlformats.org/officeDocument/2006/relationships" id="259" r:id="Ra0bdc3a2ad45439d"/>
    <p:sldId xmlns:r="http://schemas.openxmlformats.org/officeDocument/2006/relationships" id="260" r:id="Rebba223ccffc4544"/>
    <p:sldId xmlns:r="http://schemas.openxmlformats.org/officeDocument/2006/relationships" id="261" r:id="R00f842ad22b34c49"/>
    <p:sldId xmlns:r="http://schemas.openxmlformats.org/officeDocument/2006/relationships" id="262" r:id="Rc3127831c96d497c"/>
    <p:sldId xmlns:r="http://schemas.openxmlformats.org/officeDocument/2006/relationships" id="263" r:id="R1004f101cbe9467b"/>
    <p:sldId xmlns:r="http://schemas.openxmlformats.org/officeDocument/2006/relationships" id="264" r:id="Rebaf0faff8cf468e"/>
    <p:sldId xmlns:r="http://schemas.openxmlformats.org/officeDocument/2006/relationships" id="265" r:id="Rb57b3bba468e488c"/>
    <p:sldId xmlns:r="http://schemas.openxmlformats.org/officeDocument/2006/relationships" id="266" r:id="Rb675c0e8bbf04d8f"/>
    <p:sldId xmlns:r="http://schemas.openxmlformats.org/officeDocument/2006/relationships" id="267" r:id="Rcf2600ece28f49fe"/>
    <p:sldId xmlns:r="http://schemas.openxmlformats.org/officeDocument/2006/relationships" id="268" r:id="R516a6957604143d4"/>
    <p:sldId xmlns:r="http://schemas.openxmlformats.org/officeDocument/2006/relationships" id="269" r:id="R4de8d82fea1b4f61"/>
    <p:sldId xmlns:r="http://schemas.openxmlformats.org/officeDocument/2006/relationships" id="270" r:id="Rf022d96d06f6444b"/>
    <p:sldId xmlns:r="http://schemas.openxmlformats.org/officeDocument/2006/relationships" id="271" r:id="Rfe695ffd13f64f1e"/>
    <p:sldId xmlns:r="http://schemas.openxmlformats.org/officeDocument/2006/relationships" id="272" r:id="R48dabc9f6e124e2c"/>
    <p:sldId xmlns:r="http://schemas.openxmlformats.org/officeDocument/2006/relationships" id="273" r:id="R920d209dbd754835"/>
    <p:sldId xmlns:r="http://schemas.openxmlformats.org/officeDocument/2006/relationships" id="274" r:id="R4b3319cadb874faf"/>
    <p:sldId xmlns:r="http://schemas.openxmlformats.org/officeDocument/2006/relationships" id="275" r:id="R582d0890218148f6"/>
    <p:sldId xmlns:r="http://schemas.openxmlformats.org/officeDocument/2006/relationships" id="276" r:id="Rfaab6fca26ac4d5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1280231bfe4a35" /><Relationship Type="http://schemas.openxmlformats.org/officeDocument/2006/relationships/slideMaster" Target="/ppt/slideMasters/slideMaster1.xml" Id="R29742eee66c84a9c" /><Relationship Type="http://schemas.openxmlformats.org/officeDocument/2006/relationships/notesMaster" Target="/ppt/notesMasters/notesMaster1.xml" Id="Rc1f4c040156042eb" /><Relationship Type="http://schemas.openxmlformats.org/officeDocument/2006/relationships/presProps" Target="/ppt/presProps.xml" Id="R561995bb20ac40b0" /><Relationship Type="http://schemas.openxmlformats.org/officeDocument/2006/relationships/tableStyles" Target="/ppt/tableStyles.xml" Id="R2c5c4320fb934923" /><Relationship Type="http://schemas.openxmlformats.org/officeDocument/2006/relationships/slide" Target="/ppt/slides/slide1.xml" Id="R6375731622524a0a" /><Relationship Type="http://schemas.openxmlformats.org/officeDocument/2006/relationships/slide" Target="/ppt/slides/slide2.xml" Id="R74ad459c0d134679" /><Relationship Type="http://schemas.openxmlformats.org/officeDocument/2006/relationships/slide" Target="/ppt/slides/slide3.xml" Id="R5af621cf6d214928" /><Relationship Type="http://schemas.openxmlformats.org/officeDocument/2006/relationships/slide" Target="/ppt/slides/slide4.xml" Id="Ra0bdc3a2ad45439d" /><Relationship Type="http://schemas.openxmlformats.org/officeDocument/2006/relationships/slide" Target="/ppt/slides/slide5.xml" Id="Rebba223ccffc4544" /><Relationship Type="http://schemas.openxmlformats.org/officeDocument/2006/relationships/slide" Target="/ppt/slides/slide6.xml" Id="R00f842ad22b34c49" /><Relationship Type="http://schemas.openxmlformats.org/officeDocument/2006/relationships/slide" Target="/ppt/slides/slide7.xml" Id="Rc3127831c96d497c" /><Relationship Type="http://schemas.openxmlformats.org/officeDocument/2006/relationships/slide" Target="/ppt/slides/slide8.xml" Id="R1004f101cbe9467b" /><Relationship Type="http://schemas.openxmlformats.org/officeDocument/2006/relationships/slide" Target="/ppt/slides/slide9.xml" Id="Rebaf0faff8cf468e" /><Relationship Type="http://schemas.openxmlformats.org/officeDocument/2006/relationships/slide" Target="/ppt/slides/slide10.xml" Id="Rb57b3bba468e488c" /><Relationship Type="http://schemas.openxmlformats.org/officeDocument/2006/relationships/slide" Target="/ppt/slides/slide11.xml" Id="Rb675c0e8bbf04d8f" /><Relationship Type="http://schemas.openxmlformats.org/officeDocument/2006/relationships/slide" Target="/ppt/slides/slide12.xml" Id="Rcf2600ece28f49fe" /><Relationship Type="http://schemas.openxmlformats.org/officeDocument/2006/relationships/slide" Target="/ppt/slides/slide13.xml" Id="R516a6957604143d4" /><Relationship Type="http://schemas.openxmlformats.org/officeDocument/2006/relationships/slide" Target="/ppt/slides/slide14.xml" Id="R4de8d82fea1b4f61" /><Relationship Type="http://schemas.openxmlformats.org/officeDocument/2006/relationships/slide" Target="/ppt/slides/slide15.xml" Id="Rf022d96d06f6444b" /><Relationship Type="http://schemas.openxmlformats.org/officeDocument/2006/relationships/slide" Target="/ppt/slides/slide16.xml" Id="Rfe695ffd13f64f1e" /><Relationship Type="http://schemas.openxmlformats.org/officeDocument/2006/relationships/slide" Target="/ppt/slides/slide17.xml" Id="R48dabc9f6e124e2c" /><Relationship Type="http://schemas.openxmlformats.org/officeDocument/2006/relationships/slide" Target="/ppt/slides/slide18.xml" Id="R920d209dbd754835" /><Relationship Type="http://schemas.openxmlformats.org/officeDocument/2006/relationships/slide" Target="/ppt/slides/slide19.xml" Id="R4b3319cadb874faf" /><Relationship Type="http://schemas.openxmlformats.org/officeDocument/2006/relationships/slide" Target="/ppt/slides/slide20.xml" Id="R582d0890218148f6" /><Relationship Type="http://schemas.openxmlformats.org/officeDocument/2006/relationships/slide" Target="/ppt/slides/slide21.xml" Id="Rfaab6fca26ac4d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1e4a1a00b843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522a3c4b4d4749" /><Relationship Type="http://schemas.openxmlformats.org/officeDocument/2006/relationships/notesMaster" Target="/ppt/notesMasters/notesMaster1.xml" Id="Ra504fb851fb544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cf5d344e8b46a7" /><Relationship Type="http://schemas.openxmlformats.org/officeDocument/2006/relationships/notesMaster" Target="/ppt/notesMasters/notesMaster1.xml" Id="R8923dae417de49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388a9409084b03" /><Relationship Type="http://schemas.openxmlformats.org/officeDocument/2006/relationships/notesMaster" Target="/ppt/notesMasters/notesMaster1.xml" Id="Rd9639d43f19644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259791055441da" /><Relationship Type="http://schemas.openxmlformats.org/officeDocument/2006/relationships/notesMaster" Target="/ppt/notesMasters/notesMaster1.xml" Id="Re1efab6cf7b74b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680b9cd5ab41eb" /><Relationship Type="http://schemas.openxmlformats.org/officeDocument/2006/relationships/notesMaster" Target="/ppt/notesMasters/notesMaster1.xml" Id="R04aeb90940d143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b96d67d02c4969" /><Relationship Type="http://schemas.openxmlformats.org/officeDocument/2006/relationships/notesMaster" Target="/ppt/notesMasters/notesMaster1.xml" Id="R4ac827eba6dc45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1436cac3b04a13" /><Relationship Type="http://schemas.openxmlformats.org/officeDocument/2006/relationships/notesMaster" Target="/ppt/notesMasters/notesMaster1.xml" Id="Rae306352cc8441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9a0251b010423c" /><Relationship Type="http://schemas.openxmlformats.org/officeDocument/2006/relationships/notesMaster" Target="/ppt/notesMasters/notesMaster1.xml" Id="Rd372ed14950241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5516e645e34108" /><Relationship Type="http://schemas.openxmlformats.org/officeDocument/2006/relationships/notesMaster" Target="/ppt/notesMasters/notesMaster1.xml" Id="R950adeb854044d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36257a79314711" /><Relationship Type="http://schemas.openxmlformats.org/officeDocument/2006/relationships/notesMaster" Target="/ppt/notesMasters/notesMaster1.xml" Id="Rf92aa5ec56c346c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b9a39655ab4a4e" /><Relationship Type="http://schemas.openxmlformats.org/officeDocument/2006/relationships/notesMaster" Target="/ppt/notesMasters/notesMaster1.xml" Id="R49ff443e49024f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65ca46d9dc4715" /><Relationship Type="http://schemas.openxmlformats.org/officeDocument/2006/relationships/notesMaster" Target="/ppt/notesMasters/notesMaster1.xml" Id="Ra9742af3188b415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ac4a548675d4ddc" /><Relationship Type="http://schemas.openxmlformats.org/officeDocument/2006/relationships/notesMaster" Target="/ppt/notesMasters/notesMaster1.xml" Id="R4663a4de2b6643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d49b98420134018" /><Relationship Type="http://schemas.openxmlformats.org/officeDocument/2006/relationships/notesMaster" Target="/ppt/notesMasters/notesMaster1.xml" Id="Rb448c27bafc44b3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19d98ac8e1a4290" /><Relationship Type="http://schemas.openxmlformats.org/officeDocument/2006/relationships/notesMaster" Target="/ppt/notesMasters/notesMaster1.xml" Id="Rb68fc9e249934c5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9499859b6024a05" /><Relationship Type="http://schemas.openxmlformats.org/officeDocument/2006/relationships/notesMaster" Target="/ppt/notesMasters/notesMaster1.xml" Id="R0d5a0ddf26aa48e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30be7966eb443c4" /><Relationship Type="http://schemas.openxmlformats.org/officeDocument/2006/relationships/notesMaster" Target="/ppt/notesMasters/notesMaster1.xml" Id="R55b1bd533bac4db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d638c9a126d4e11" /><Relationship Type="http://schemas.openxmlformats.org/officeDocument/2006/relationships/notesMaster" Target="/ppt/notesMasters/notesMaster1.xml" Id="R1ff0cd2f82a849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391637515b14d16" /><Relationship Type="http://schemas.openxmlformats.org/officeDocument/2006/relationships/notesMaster" Target="/ppt/notesMasters/notesMaster1.xml" Id="R7162f27d91d0409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fd19627c2af45d6" /><Relationship Type="http://schemas.openxmlformats.org/officeDocument/2006/relationships/notesMaster" Target="/ppt/notesMasters/notesMaster1.xml" Id="Rfcbdd71a86a7486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f6536116a8846fd" /><Relationship Type="http://schemas.openxmlformats.org/officeDocument/2006/relationships/notesMaster" Target="/ppt/notesMasters/notesMaster1.xml" Id="R5b8a0e0c949045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c0dd1498aa48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31610c1137472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7cdbf681ec14171" /><Relationship Type="http://schemas.openxmlformats.org/officeDocument/2006/relationships/slideLayout" Target="/ppt/slideLayouts/slideLayout1.xml" Id="Rbda6ce49d4a84dca" /><Relationship Type="http://schemas.openxmlformats.org/officeDocument/2006/relationships/slideLayout" Target="/ppt/slideLayouts/slideLayout2.xml" Id="Ref8e2b32f819483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a6ce49d4a84dca"/>
    <p:sldLayoutId xmlns:r="http://schemas.openxmlformats.org/officeDocument/2006/relationships" id="2147483650" r:id="Ref8e2b32f8194837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429178cf5045f9" /><Relationship Type="http://schemas.openxmlformats.org/officeDocument/2006/relationships/image" Target="/ppt/media/image.png" Id="Rb8092d32a27b431f" /><Relationship Type="http://schemas.openxmlformats.org/officeDocument/2006/relationships/image" Target="/ppt/media/image2.png" Id="Rb6b88f5d6fdf4f2b" /><Relationship Type="http://schemas.openxmlformats.org/officeDocument/2006/relationships/notesSlide" Target="/ppt/notesSlides/notesSlide1.xml" Id="Rb36b16bdddd344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fe8b23086b4b3a" /><Relationship Type="http://schemas.openxmlformats.org/officeDocument/2006/relationships/image" Target="/ppt/media/image2.png" Id="Ra2eba7d4eb8c4879" /><Relationship Type="http://schemas.openxmlformats.org/officeDocument/2006/relationships/notesSlide" Target="/ppt/notesSlides/notesSlide2.xml" Id="Rdb94246dadc842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cc22ca050f4abc" /><Relationship Type="http://schemas.openxmlformats.org/officeDocument/2006/relationships/image" Target="/ppt/media/image2.png" Id="R5489ea80661d4f3c" /><Relationship Type="http://schemas.openxmlformats.org/officeDocument/2006/relationships/notesSlide" Target="/ppt/notesSlides/notesSlide3.xml" Id="R34938b122a0841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878393adfc46ce" /><Relationship Type="http://schemas.openxmlformats.org/officeDocument/2006/relationships/image" Target="/ppt/media/image2.png" Id="R2dcf13e6cc69450e" /><Relationship Type="http://schemas.openxmlformats.org/officeDocument/2006/relationships/notesSlide" Target="/ppt/notesSlides/notesSlide4.xml" Id="R424a0a2cc52049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cf74dfbb144a7b" /><Relationship Type="http://schemas.openxmlformats.org/officeDocument/2006/relationships/image" Target="/ppt/media/image2.png" Id="Reaccbb3c243f40cb" /><Relationship Type="http://schemas.openxmlformats.org/officeDocument/2006/relationships/notesSlide" Target="/ppt/notesSlides/notesSlide5.xml" Id="R0dc26c8db60e4b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570054f2954d13" /><Relationship Type="http://schemas.openxmlformats.org/officeDocument/2006/relationships/image" Target="/ppt/media/image2.png" Id="R77b32db000504488" /><Relationship Type="http://schemas.openxmlformats.org/officeDocument/2006/relationships/notesSlide" Target="/ppt/notesSlides/notesSlide6.xml" Id="R2262e67597634a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ceb58142b54f96" /><Relationship Type="http://schemas.openxmlformats.org/officeDocument/2006/relationships/image" Target="/ppt/media/image2.png" Id="R3c95e5006d714189" /><Relationship Type="http://schemas.openxmlformats.org/officeDocument/2006/relationships/notesSlide" Target="/ppt/notesSlides/notesSlide7.xml" Id="R31d0d03c7de349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32eb4fecc24233" /><Relationship Type="http://schemas.openxmlformats.org/officeDocument/2006/relationships/image" Target="/ppt/media/image2.png" Id="R5009ef1a446b4cb8" /><Relationship Type="http://schemas.openxmlformats.org/officeDocument/2006/relationships/notesSlide" Target="/ppt/notesSlides/notesSlide8.xml" Id="R0872448df30d4b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ab73ef024f4b76" /><Relationship Type="http://schemas.openxmlformats.org/officeDocument/2006/relationships/image" Target="/ppt/media/image2.png" Id="Rc14bcf3a381049f9" /><Relationship Type="http://schemas.openxmlformats.org/officeDocument/2006/relationships/notesSlide" Target="/ppt/notesSlides/notesSlide9.xml" Id="Re2c94d9367374b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d47d672bcf4017" /><Relationship Type="http://schemas.openxmlformats.org/officeDocument/2006/relationships/image" Target="/ppt/media/image2.png" Id="Rceab29b185804e43" /><Relationship Type="http://schemas.openxmlformats.org/officeDocument/2006/relationships/notesSlide" Target="/ppt/notesSlides/notesSlide10.xml" Id="R3d21e15944004c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34b53ec2ec43a8" /><Relationship Type="http://schemas.openxmlformats.org/officeDocument/2006/relationships/image" Target="/ppt/media/image2.png" Id="R24cb3c49f62c44b2" /><Relationship Type="http://schemas.openxmlformats.org/officeDocument/2006/relationships/notesSlide" Target="/ppt/notesSlides/notesSlide11.xml" Id="R0382558d91ef44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c5f90315b34a5a" /><Relationship Type="http://schemas.openxmlformats.org/officeDocument/2006/relationships/image" Target="/ppt/media/image2.png" Id="Rfd0ec652c0434b6f" /><Relationship Type="http://schemas.openxmlformats.org/officeDocument/2006/relationships/notesSlide" Target="/ppt/notesSlides/notesSlide12.xml" Id="R587b2641166547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c94c53d7fb475c" /><Relationship Type="http://schemas.openxmlformats.org/officeDocument/2006/relationships/image" Target="/ppt/media/image2.png" Id="R4e927d85fefb4597" /><Relationship Type="http://schemas.openxmlformats.org/officeDocument/2006/relationships/notesSlide" Target="/ppt/notesSlides/notesSlide13.xml" Id="R3dcf354339b64c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2f677197194ab7" /><Relationship Type="http://schemas.openxmlformats.org/officeDocument/2006/relationships/image" Target="/ppt/media/image2.png" Id="R8a76bec415e04c86" /><Relationship Type="http://schemas.openxmlformats.org/officeDocument/2006/relationships/notesSlide" Target="/ppt/notesSlides/notesSlide14.xml" Id="R6d29ca3e79d8416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739f0cd2114b44" /><Relationship Type="http://schemas.openxmlformats.org/officeDocument/2006/relationships/image" Target="/ppt/media/image2.png" Id="Redc84c2e4fc64880" /><Relationship Type="http://schemas.openxmlformats.org/officeDocument/2006/relationships/notesSlide" Target="/ppt/notesSlides/notesSlide15.xml" Id="R5056e25151bd42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5d1964e4f24895" /><Relationship Type="http://schemas.openxmlformats.org/officeDocument/2006/relationships/image" Target="/ppt/media/image2.png" Id="Re7662131c9eb467e" /><Relationship Type="http://schemas.openxmlformats.org/officeDocument/2006/relationships/notesSlide" Target="/ppt/notesSlides/notesSlide16.xml" Id="Re31d327073394a6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a5674c698e440b" /><Relationship Type="http://schemas.openxmlformats.org/officeDocument/2006/relationships/image" Target="/ppt/media/image2.png" Id="R1c76e0d2e0294da4" /><Relationship Type="http://schemas.openxmlformats.org/officeDocument/2006/relationships/notesSlide" Target="/ppt/notesSlides/notesSlide17.xml" Id="R90f19560cd3a4df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6f104343d6403a" /><Relationship Type="http://schemas.openxmlformats.org/officeDocument/2006/relationships/image" Target="/ppt/media/image2.png" Id="R7113fd40a4bf448e" /><Relationship Type="http://schemas.openxmlformats.org/officeDocument/2006/relationships/notesSlide" Target="/ppt/notesSlides/notesSlide18.xml" Id="R1fdc226599ce475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f585cf252f4b97" /><Relationship Type="http://schemas.openxmlformats.org/officeDocument/2006/relationships/image" Target="/ppt/media/image2.png" Id="R2add6cf8dcd444dc" /><Relationship Type="http://schemas.openxmlformats.org/officeDocument/2006/relationships/notesSlide" Target="/ppt/notesSlides/notesSlide19.xml" Id="Rbeacb45ab066423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330502775c4f60" /><Relationship Type="http://schemas.openxmlformats.org/officeDocument/2006/relationships/image" Target="/ppt/media/image2.png" Id="Ra7d00d5cd010402d" /><Relationship Type="http://schemas.openxmlformats.org/officeDocument/2006/relationships/notesSlide" Target="/ppt/notesSlides/notesSlide20.xml" Id="Raae928f168ce47c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ffd50cba1448ae" /><Relationship Type="http://schemas.openxmlformats.org/officeDocument/2006/relationships/image" Target="/ppt/media/image.png" Id="R264b41c665ce4b18" /><Relationship Type="http://schemas.openxmlformats.org/officeDocument/2006/relationships/image" Target="/ppt/media/image2.png" Id="Rcaff10e2ac434cdf" /><Relationship Type="http://schemas.openxmlformats.org/officeDocument/2006/relationships/notesSlide" Target="/ppt/notesSlides/notesSlide21.xml" Id="Rd730dcd76cd247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92d32a27b43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88f5d6fdf4f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Analisis Multivariat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Tingkat Lanjut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Irlandia Ginanjar,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Multivariat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Terapan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ba7d4eb8c48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Analisis Multivariat Lanjut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775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Materi ini disusun sebagai bahan ajar komprehensif untuk mata kuliah Analisis Multivariat Tingkat Lanjut pada Program Studi S2 Statistika Terapan FMIPA Universitas…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multivariat tingkat lanjut dan bab 2.…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bab 8. integrasi pca/fa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9ea80661d4f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multivariat tingkat lanjut dan bab 2. distribusi normal secara…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bab 8. integrasi pca/fa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f13e6cc6945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2. Distribusi, Bab 3. Uji Vektor, Bab 4. Sampling, Bab 5. Regresi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6. Principal, Bab 7. Analisis, Bab 8. Integrasi, Bab 9. Analisis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10., Bab 11. Analisis, Bab 12. Integrasi, Bab 13. Analisis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14. Biplot dan, Bab 15. Penyusunan, Bab 16. Proyek, Template Laporan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cbb3c243f40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Analisis Multivariat Lanjut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32db0005044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5e5006d7141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2. Distribusi, Bab 3. Uji Vektor, Bab 4. Sampling, Bab 5. Regresi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2. Distribusi Normal…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3. Uji Vektor Rata-rata…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Bab 4. Sampling Multivariat dan…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2. Distribusi Normal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3. Uji Vektor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4. Sampling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5. Regresi Multivariat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Bab 6. Principal Component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9ef1a446b4c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4. Sampling, Bab 5. Regresi, Bab 6. Principal, Bab 7. Analisis, Bab 8. Integrasi, Bab 9.…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620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4. Sampling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konsep dan fungsi simple…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5. Regresi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konsep dan fungsi multivariate…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41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6. Principal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konsep dan fungsi eigen…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7.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konsep dan fungsi factor…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9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8. Integrasi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Pertemuan 7 dan Review UTS SubCPMK3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9.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konsep dan fungsi linear…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Bab 5. Regresi Multivariat dengan Respon Ganda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Bab 8. Integrasi PCA/FA dengan Regresi Multivariat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4bcf3a381049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Bab 7. Analisis Faktor Eksploratori (Exploratory Factor Analysis)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6. Principal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menjelaskan konsep…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7. Analisis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menjelaskan konsep…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8. Integrasi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Pertemuan 7 dan…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9. Analisis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menjelaskan konsep…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10. Diskriminan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menjelaskan konsep…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b29b185804e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b3c49f62c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ec652c0434b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27d85fefb45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Bab 10., Bab 11. Analisis, Bab 12. Integrasi, Bab 13. Analisis, Bab 14. Biplot dan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Bab 10. Diskriminan Nonlinear, QDA, dan Validasi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Bab 12. Integrasi Regresi, PCA/FA, Diskriminan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Bab 14. Biplot dan Visualisasi Data Multivariat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10. Diskriminan Nonlinear, QDA,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11. Analisis Cluster: K-Means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12. Integrasi Regresi, PCA/FA…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13. Analisis Korespondensi Sederhana…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14. Biplot dan Visualisasi Data…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76bec415e04c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84c2e4fc648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11. Analisis Cluster: K-Means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12. Integrasi Regresi, PCA/FA…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13. Analisis Korespondensi…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14. Biplot dan Visualisasi Data…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15. Penyusunan Laporan Ilmiah dan…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16. Proyek Akhir, Dashboard…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662131c9eb46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6e0d2e0294d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13fd40a4bf44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12. Integrasi Regresi, PCA/FA…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13. Analisis Korespondensi…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14. Biplot dan Visualisasi…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15. Penyusunan Laporan Ilmiah…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16. Proyek Akhir, Dashboard…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Template Laporan Ilmiah Mahasiswa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dd6cf8dcd444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Bab 2. Distribusi Normal…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Bab 3. Uji Vektor…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Bab 6. Principal…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Bab 9. Analisis…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Bab 11. Analisis Cluster…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Bab 16. Proyek Akhir…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d00d5cd01040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Multivariat Lanjut | Sumber…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Asumsi apa yang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 krusial…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memilih antara bab…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hasil…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hasil model dianggap…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mendeteksi bias…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b41c665ce4b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f10e2ac434c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Analisis Multivariat Lanjut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Analisis Multivariat Lanjut menghubungkan teori, data, metode, validasi, dan komunikasi untuk menghasilkan keputusan yang sahih, dapat direplikasi, dan bertanggung…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2026-06-22T07:44:40.9860000Z</dcterms:created>
  <dcterms:modified xsi:type="dcterms:W3CDTF">2026-06-22T07:44:40.9860000Z</dcterms:modified>
</coreProperties>
</file>