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2d82db961c4327" /><Relationship Type="http://schemas.openxmlformats.org/officeDocument/2006/relationships/extended-properties" Target="/docProps/app.xml" Id="Rf51a0027ba5e43a1" /><Relationship Type="http://schemas.openxmlformats.org/officeDocument/2006/relationships/officeDocument" Target="/ppt/presentation.xml" Id="Rd4ef66bd54fb4f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fc1472fe1348b9"/>
  </p:sldMasterIdLst>
  <p:notesMasterIdLst>
    <p:notesMasterId xmlns:r="http://schemas.openxmlformats.org/officeDocument/2006/relationships" r:id="R569f1a64c6914f1d"/>
  </p:notesMasterIdLst>
  <p:sldIdLst>
    <p:sldId xmlns:r="http://schemas.openxmlformats.org/officeDocument/2006/relationships" id="256" r:id="Re10a5cc995dc40bd"/>
    <p:sldId xmlns:r="http://schemas.openxmlformats.org/officeDocument/2006/relationships" id="257" r:id="R4307a558fe8b49f0"/>
    <p:sldId xmlns:r="http://schemas.openxmlformats.org/officeDocument/2006/relationships" id="258" r:id="R0c48cd736d5d49df"/>
    <p:sldId xmlns:r="http://schemas.openxmlformats.org/officeDocument/2006/relationships" id="259" r:id="Rffb23f2d3b624cb0"/>
    <p:sldId xmlns:r="http://schemas.openxmlformats.org/officeDocument/2006/relationships" id="260" r:id="R33adc2e5e9c2496a"/>
    <p:sldId xmlns:r="http://schemas.openxmlformats.org/officeDocument/2006/relationships" id="261" r:id="Ra9fe163762724913"/>
    <p:sldId xmlns:r="http://schemas.openxmlformats.org/officeDocument/2006/relationships" id="262" r:id="Rc908fa0e07404495"/>
    <p:sldId xmlns:r="http://schemas.openxmlformats.org/officeDocument/2006/relationships" id="263" r:id="Rbcb0d6c2e7a24cf5"/>
    <p:sldId xmlns:r="http://schemas.openxmlformats.org/officeDocument/2006/relationships" id="264" r:id="Rd1405d4f50114bd0"/>
    <p:sldId xmlns:r="http://schemas.openxmlformats.org/officeDocument/2006/relationships" id="265" r:id="R8d629daf7e3440cb"/>
    <p:sldId xmlns:r="http://schemas.openxmlformats.org/officeDocument/2006/relationships" id="266" r:id="Rd7c07b7bcdca4514"/>
    <p:sldId xmlns:r="http://schemas.openxmlformats.org/officeDocument/2006/relationships" id="267" r:id="Rdacaa91d46ee4a27"/>
    <p:sldId xmlns:r="http://schemas.openxmlformats.org/officeDocument/2006/relationships" id="268" r:id="R2899e88983f14f43"/>
    <p:sldId xmlns:r="http://schemas.openxmlformats.org/officeDocument/2006/relationships" id="269" r:id="R2c44a1ace54a4a4f"/>
    <p:sldId xmlns:r="http://schemas.openxmlformats.org/officeDocument/2006/relationships" id="270" r:id="R1aab3aebc47d4d8b"/>
    <p:sldId xmlns:r="http://schemas.openxmlformats.org/officeDocument/2006/relationships" id="271" r:id="Rc3cf2964037a475c"/>
    <p:sldId xmlns:r="http://schemas.openxmlformats.org/officeDocument/2006/relationships" id="272" r:id="Rb6e2c91134854943"/>
    <p:sldId xmlns:r="http://schemas.openxmlformats.org/officeDocument/2006/relationships" id="273" r:id="R85ce0b9daa8e4f3b"/>
    <p:sldId xmlns:r="http://schemas.openxmlformats.org/officeDocument/2006/relationships" id="274" r:id="Rd05b5f875fc84654"/>
    <p:sldId xmlns:r="http://schemas.openxmlformats.org/officeDocument/2006/relationships" id="275" r:id="R0dd59e326dbe4f11"/>
    <p:sldId xmlns:r="http://schemas.openxmlformats.org/officeDocument/2006/relationships" id="276" r:id="R3e10ff7f9c874c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dd1cf8947a401c" /><Relationship Type="http://schemas.openxmlformats.org/officeDocument/2006/relationships/slideMaster" Target="/ppt/slideMasters/slideMaster1.xml" Id="R84fc1472fe1348b9" /><Relationship Type="http://schemas.openxmlformats.org/officeDocument/2006/relationships/notesMaster" Target="/ppt/notesMasters/notesMaster1.xml" Id="R569f1a64c6914f1d" /><Relationship Type="http://schemas.openxmlformats.org/officeDocument/2006/relationships/presProps" Target="/ppt/presProps.xml" Id="Re4e9a3c601ae47dd" /><Relationship Type="http://schemas.openxmlformats.org/officeDocument/2006/relationships/tableStyles" Target="/ppt/tableStyles.xml" Id="R1f0746ee6708494e" /><Relationship Type="http://schemas.openxmlformats.org/officeDocument/2006/relationships/slide" Target="/ppt/slides/slide1.xml" Id="Re10a5cc995dc40bd" /><Relationship Type="http://schemas.openxmlformats.org/officeDocument/2006/relationships/slide" Target="/ppt/slides/slide2.xml" Id="R4307a558fe8b49f0" /><Relationship Type="http://schemas.openxmlformats.org/officeDocument/2006/relationships/slide" Target="/ppt/slides/slide3.xml" Id="R0c48cd736d5d49df" /><Relationship Type="http://schemas.openxmlformats.org/officeDocument/2006/relationships/slide" Target="/ppt/slides/slide4.xml" Id="Rffb23f2d3b624cb0" /><Relationship Type="http://schemas.openxmlformats.org/officeDocument/2006/relationships/slide" Target="/ppt/slides/slide5.xml" Id="R33adc2e5e9c2496a" /><Relationship Type="http://schemas.openxmlformats.org/officeDocument/2006/relationships/slide" Target="/ppt/slides/slide6.xml" Id="Ra9fe163762724913" /><Relationship Type="http://schemas.openxmlformats.org/officeDocument/2006/relationships/slide" Target="/ppt/slides/slide7.xml" Id="Rc908fa0e07404495" /><Relationship Type="http://schemas.openxmlformats.org/officeDocument/2006/relationships/slide" Target="/ppt/slides/slide8.xml" Id="Rbcb0d6c2e7a24cf5" /><Relationship Type="http://schemas.openxmlformats.org/officeDocument/2006/relationships/slide" Target="/ppt/slides/slide9.xml" Id="Rd1405d4f50114bd0" /><Relationship Type="http://schemas.openxmlformats.org/officeDocument/2006/relationships/slide" Target="/ppt/slides/slide10.xml" Id="R8d629daf7e3440cb" /><Relationship Type="http://schemas.openxmlformats.org/officeDocument/2006/relationships/slide" Target="/ppt/slides/slide11.xml" Id="Rd7c07b7bcdca4514" /><Relationship Type="http://schemas.openxmlformats.org/officeDocument/2006/relationships/slide" Target="/ppt/slides/slide12.xml" Id="Rdacaa91d46ee4a27" /><Relationship Type="http://schemas.openxmlformats.org/officeDocument/2006/relationships/slide" Target="/ppt/slides/slide13.xml" Id="R2899e88983f14f43" /><Relationship Type="http://schemas.openxmlformats.org/officeDocument/2006/relationships/slide" Target="/ppt/slides/slide14.xml" Id="R2c44a1ace54a4a4f" /><Relationship Type="http://schemas.openxmlformats.org/officeDocument/2006/relationships/slide" Target="/ppt/slides/slide15.xml" Id="R1aab3aebc47d4d8b" /><Relationship Type="http://schemas.openxmlformats.org/officeDocument/2006/relationships/slide" Target="/ppt/slides/slide16.xml" Id="Rc3cf2964037a475c" /><Relationship Type="http://schemas.openxmlformats.org/officeDocument/2006/relationships/slide" Target="/ppt/slides/slide17.xml" Id="Rb6e2c91134854943" /><Relationship Type="http://schemas.openxmlformats.org/officeDocument/2006/relationships/slide" Target="/ppt/slides/slide18.xml" Id="R85ce0b9daa8e4f3b" /><Relationship Type="http://schemas.openxmlformats.org/officeDocument/2006/relationships/slide" Target="/ppt/slides/slide19.xml" Id="Rd05b5f875fc84654" /><Relationship Type="http://schemas.openxmlformats.org/officeDocument/2006/relationships/slide" Target="/ppt/slides/slide20.xml" Id="R0dd59e326dbe4f11" /><Relationship Type="http://schemas.openxmlformats.org/officeDocument/2006/relationships/slide" Target="/ppt/slides/slide21.xml" Id="R3e10ff7f9c874c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285f645e04f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57b365bb5d4e10" /><Relationship Type="http://schemas.openxmlformats.org/officeDocument/2006/relationships/notesMaster" Target="/ppt/notesMasters/notesMaster1.xml" Id="R00455e371ea948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d026b66b664d46" /><Relationship Type="http://schemas.openxmlformats.org/officeDocument/2006/relationships/notesMaster" Target="/ppt/notesMasters/notesMaster1.xml" Id="R3a16ad9c612c4c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c32657ed124b14" /><Relationship Type="http://schemas.openxmlformats.org/officeDocument/2006/relationships/notesMaster" Target="/ppt/notesMasters/notesMaster1.xml" Id="R564e6d2e6b6b49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32a8683fa4328" /><Relationship Type="http://schemas.openxmlformats.org/officeDocument/2006/relationships/notesMaster" Target="/ppt/notesMasters/notesMaster1.xml" Id="R055193213ee745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626c4838e14d13" /><Relationship Type="http://schemas.openxmlformats.org/officeDocument/2006/relationships/notesMaster" Target="/ppt/notesMasters/notesMaster1.xml" Id="Re05103f6f8cf49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4a7aaadc6548a9" /><Relationship Type="http://schemas.openxmlformats.org/officeDocument/2006/relationships/notesMaster" Target="/ppt/notesMasters/notesMaster1.xml" Id="R19727f749e7f43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f762970d24568" /><Relationship Type="http://schemas.openxmlformats.org/officeDocument/2006/relationships/notesMaster" Target="/ppt/notesMasters/notesMaster1.xml" Id="R429683dfe17844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f54a700aa245f6" /><Relationship Type="http://schemas.openxmlformats.org/officeDocument/2006/relationships/notesMaster" Target="/ppt/notesMasters/notesMaster1.xml" Id="R234823b04dfe40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aef09eb70349cd" /><Relationship Type="http://schemas.openxmlformats.org/officeDocument/2006/relationships/notesMaster" Target="/ppt/notesMasters/notesMaster1.xml" Id="Rdcbff63e4af643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5dc940d531484c" /><Relationship Type="http://schemas.openxmlformats.org/officeDocument/2006/relationships/notesMaster" Target="/ppt/notesMasters/notesMaster1.xml" Id="R7ad6141a695643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87ce8f70bd40da" /><Relationship Type="http://schemas.openxmlformats.org/officeDocument/2006/relationships/notesMaster" Target="/ppt/notesMasters/notesMaster1.xml" Id="R6bac4271549c4d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1012f4e5874e6e" /><Relationship Type="http://schemas.openxmlformats.org/officeDocument/2006/relationships/notesMaster" Target="/ppt/notesMasters/notesMaster1.xml" Id="R57d0d661bb8745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cb7148c0a7466c" /><Relationship Type="http://schemas.openxmlformats.org/officeDocument/2006/relationships/notesMaster" Target="/ppt/notesMasters/notesMaster1.xml" Id="R5206a6f31a9b48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11f8e1b02b4501" /><Relationship Type="http://schemas.openxmlformats.org/officeDocument/2006/relationships/notesMaster" Target="/ppt/notesMasters/notesMaster1.xml" Id="R34780f6bf0f943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e2903f70ee4984" /><Relationship Type="http://schemas.openxmlformats.org/officeDocument/2006/relationships/notesMaster" Target="/ppt/notesMasters/notesMaster1.xml" Id="R4e0aa6be525342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57ca2d24314d97" /><Relationship Type="http://schemas.openxmlformats.org/officeDocument/2006/relationships/notesMaster" Target="/ppt/notesMasters/notesMaster1.xml" Id="R90a869b8f19546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4816e3ec8da49af" /><Relationship Type="http://schemas.openxmlformats.org/officeDocument/2006/relationships/notesMaster" Target="/ppt/notesMasters/notesMaster1.xml" Id="R745c7b8a66474b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ebc2c039164e46" /><Relationship Type="http://schemas.openxmlformats.org/officeDocument/2006/relationships/notesMaster" Target="/ppt/notesMasters/notesMaster1.xml" Id="Raae373dff63041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8b15e8c1fc4326" /><Relationship Type="http://schemas.openxmlformats.org/officeDocument/2006/relationships/notesMaster" Target="/ppt/notesMasters/notesMaster1.xml" Id="Rd7c51c87138546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d40a34d8b743e2" /><Relationship Type="http://schemas.openxmlformats.org/officeDocument/2006/relationships/notesMaster" Target="/ppt/notesMasters/notesMaster1.xml" Id="Rde0ce053ebfb43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b8151e868347a6" /><Relationship Type="http://schemas.openxmlformats.org/officeDocument/2006/relationships/notesMaster" Target="/ppt/notesMasters/notesMaster1.xml" Id="R8f592bbe8669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69b4fff5d4c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d4b503c6e4cd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5adf1fa4774d9d" /><Relationship Type="http://schemas.openxmlformats.org/officeDocument/2006/relationships/slideLayout" Target="/ppt/slideLayouts/slideLayout1.xml" Id="R21f465a754a04283" /><Relationship Type="http://schemas.openxmlformats.org/officeDocument/2006/relationships/slideLayout" Target="/ppt/slideLayouts/slideLayout2.xml" Id="R78fa458c2c1f4af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465a754a04283"/>
    <p:sldLayoutId xmlns:r="http://schemas.openxmlformats.org/officeDocument/2006/relationships" id="2147483650" r:id="R78fa458c2c1f4afc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87bac90614b43" /><Relationship Type="http://schemas.openxmlformats.org/officeDocument/2006/relationships/image" Target="/ppt/media/image.png" Id="R2caa9a46a2d14736" /><Relationship Type="http://schemas.openxmlformats.org/officeDocument/2006/relationships/image" Target="/ppt/media/image2.png" Id="R4558f021701042f5" /><Relationship Type="http://schemas.openxmlformats.org/officeDocument/2006/relationships/notesSlide" Target="/ppt/notesSlides/notesSlide1.xml" Id="R14db6ed1954b4f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e575e2b0d74e1a" /><Relationship Type="http://schemas.openxmlformats.org/officeDocument/2006/relationships/image" Target="/ppt/media/image2.png" Id="Rc4a2d0aa8a594c71" /><Relationship Type="http://schemas.openxmlformats.org/officeDocument/2006/relationships/notesSlide" Target="/ppt/notesSlides/notesSlide2.xml" Id="Rf699ee33ebb745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3247dec6f24320" /><Relationship Type="http://schemas.openxmlformats.org/officeDocument/2006/relationships/image" Target="/ppt/media/image2.png" Id="R7dcbb698f1114eba" /><Relationship Type="http://schemas.openxmlformats.org/officeDocument/2006/relationships/notesSlide" Target="/ppt/notesSlides/notesSlide3.xml" Id="R0975371ab218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7cdbf2c2c246ed" /><Relationship Type="http://schemas.openxmlformats.org/officeDocument/2006/relationships/image" Target="/ppt/media/image2.png" Id="R0ffa97be276943bb" /><Relationship Type="http://schemas.openxmlformats.org/officeDocument/2006/relationships/notesSlide" Target="/ppt/notesSlides/notesSlide4.xml" Id="R25674ce123cc4d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08e0a20cea47e8" /><Relationship Type="http://schemas.openxmlformats.org/officeDocument/2006/relationships/image" Target="/ppt/media/image2.png" Id="R2bb5ddbfd2fa4d5d" /><Relationship Type="http://schemas.openxmlformats.org/officeDocument/2006/relationships/notesSlide" Target="/ppt/notesSlides/notesSlide5.xml" Id="R624bd4b0af524f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f7c0488db54a8b" /><Relationship Type="http://schemas.openxmlformats.org/officeDocument/2006/relationships/image" Target="/ppt/media/image2.png" Id="R61acb3789fbe4f82" /><Relationship Type="http://schemas.openxmlformats.org/officeDocument/2006/relationships/notesSlide" Target="/ppt/notesSlides/notesSlide6.xml" Id="Rf834b2a7024e47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6e551a0464c14" /><Relationship Type="http://schemas.openxmlformats.org/officeDocument/2006/relationships/image" Target="/ppt/media/image2.png" Id="R6da50314d65a4b2b" /><Relationship Type="http://schemas.openxmlformats.org/officeDocument/2006/relationships/notesSlide" Target="/ppt/notesSlides/notesSlide7.xml" Id="R0f3d1e1df91445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40cd9f4764063" /><Relationship Type="http://schemas.openxmlformats.org/officeDocument/2006/relationships/image" Target="/ppt/media/image2.png" Id="Rad178d2a800d40d1" /><Relationship Type="http://schemas.openxmlformats.org/officeDocument/2006/relationships/notesSlide" Target="/ppt/notesSlides/notesSlide8.xml" Id="R415beb13bf2940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c23ac2bb2448a" /><Relationship Type="http://schemas.openxmlformats.org/officeDocument/2006/relationships/image" Target="/ppt/media/image2.png" Id="R9033fe407d714288" /><Relationship Type="http://schemas.openxmlformats.org/officeDocument/2006/relationships/notesSlide" Target="/ppt/notesSlides/notesSlide9.xml" Id="R303a1d1bf18244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05d76ebff488b" /><Relationship Type="http://schemas.openxmlformats.org/officeDocument/2006/relationships/image" Target="/ppt/media/image2.png" Id="R360460c23f2044c1" /><Relationship Type="http://schemas.openxmlformats.org/officeDocument/2006/relationships/notesSlide" Target="/ppt/notesSlides/notesSlide10.xml" Id="Rea65ddf9fe3b41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23bc77620c4c99" /><Relationship Type="http://schemas.openxmlformats.org/officeDocument/2006/relationships/image" Target="/ppt/media/image2.png" Id="R9a60f81812504aff" /><Relationship Type="http://schemas.openxmlformats.org/officeDocument/2006/relationships/notesSlide" Target="/ppt/notesSlides/notesSlide11.xml" Id="R03a0997f7d394b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d5345838cf4008" /><Relationship Type="http://schemas.openxmlformats.org/officeDocument/2006/relationships/image" Target="/ppt/media/image2.png" Id="R8f85cbf780c04471" /><Relationship Type="http://schemas.openxmlformats.org/officeDocument/2006/relationships/notesSlide" Target="/ppt/notesSlides/notesSlide12.xml" Id="R52ed8150f2a24d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0810404214839" /><Relationship Type="http://schemas.openxmlformats.org/officeDocument/2006/relationships/image" Target="/ppt/media/image2.png" Id="R46d0936f861240dc" /><Relationship Type="http://schemas.openxmlformats.org/officeDocument/2006/relationships/notesSlide" Target="/ppt/notesSlides/notesSlide13.xml" Id="R4d7d7c54d9ff42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89b2e93ab646aa" /><Relationship Type="http://schemas.openxmlformats.org/officeDocument/2006/relationships/image" Target="/ppt/media/image2.png" Id="R9f7a8ecdb2804869" /><Relationship Type="http://schemas.openxmlformats.org/officeDocument/2006/relationships/notesSlide" Target="/ppt/notesSlides/notesSlide14.xml" Id="Re1fd565dc7ce41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2cacd1e37d4a4e" /><Relationship Type="http://schemas.openxmlformats.org/officeDocument/2006/relationships/image" Target="/ppt/media/image2.png" Id="R4879560ddebd4235" /><Relationship Type="http://schemas.openxmlformats.org/officeDocument/2006/relationships/notesSlide" Target="/ppt/notesSlides/notesSlide15.xml" Id="Rb7bc36982dc341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26fb4984a34fb5" /><Relationship Type="http://schemas.openxmlformats.org/officeDocument/2006/relationships/image" Target="/ppt/media/image2.png" Id="R06cf3536bf974364" /><Relationship Type="http://schemas.openxmlformats.org/officeDocument/2006/relationships/notesSlide" Target="/ppt/notesSlides/notesSlide16.xml" Id="Ra826064e40fc4f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7788a8fc9451a" /><Relationship Type="http://schemas.openxmlformats.org/officeDocument/2006/relationships/image" Target="/ppt/media/image2.png" Id="R9b606b39274049b5" /><Relationship Type="http://schemas.openxmlformats.org/officeDocument/2006/relationships/notesSlide" Target="/ppt/notesSlides/notesSlide17.xml" Id="R672df1538dd74b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817698e1c24199" /><Relationship Type="http://schemas.openxmlformats.org/officeDocument/2006/relationships/image" Target="/ppt/media/image2.png" Id="Re4d7aaf1af6c4a93" /><Relationship Type="http://schemas.openxmlformats.org/officeDocument/2006/relationships/notesSlide" Target="/ppt/notesSlides/notesSlide18.xml" Id="Rfe785920218741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b776d7d1ef463e" /><Relationship Type="http://schemas.openxmlformats.org/officeDocument/2006/relationships/image" Target="/ppt/media/image2.png" Id="Rbb232e4839f2412d" /><Relationship Type="http://schemas.openxmlformats.org/officeDocument/2006/relationships/notesSlide" Target="/ppt/notesSlides/notesSlide19.xml" Id="R44cc672c801d44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c8a558991c47ff" /><Relationship Type="http://schemas.openxmlformats.org/officeDocument/2006/relationships/image" Target="/ppt/media/image2.png" Id="R0566944e43a147a5" /><Relationship Type="http://schemas.openxmlformats.org/officeDocument/2006/relationships/notesSlide" Target="/ppt/notesSlides/notesSlide20.xml" Id="R2316e8b03c0a4e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fad1a0b64c4241" /><Relationship Type="http://schemas.openxmlformats.org/officeDocument/2006/relationships/image" Target="/ppt/media/image.png" Id="Rbad6b596c32a41ab" /><Relationship Type="http://schemas.openxmlformats.org/officeDocument/2006/relationships/image" Target="/ppt/media/image2.png" Id="R47bb66ae64ba4d1d" /><Relationship Type="http://schemas.openxmlformats.org/officeDocument/2006/relationships/notesSlide" Target="/ppt/notesSlides/notesSlide21.xml" Id="R5fbe5bd269144e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a9a46a2d1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8f0217010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Teks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Anindya Apriliyanti Pravitasari,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Teks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Terapan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2d0aa8a594c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Analisis Teks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84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Mata kuliah ini membangun penguasaan analisis teks melalui teori, praktik komputasi, studi kasus, dan komunikasi ilmiah.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RPS menekankan empat capaian pembelajaran mata kuliah.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Pertama, mahasiswa mampu menjelaskan konsep dasar, peran, dan…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Kedua, mahasiswa mampu menerapkan teknik eksplorasi dan praproses…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Ketiga, mahasiswa mampu mengembangkan dan menerapkan model machine…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sosial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Kebijakan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Layanan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Pemasaran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Riset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bb698f1114e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RPS menekankan empat capaian pembelajaran mata kuliah.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Pertama, mahasiswa mampu menjelaskan konsep dasar, peran, dan aplikasi text analytics di…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Kedua, mahasiswa mampu menerapkan teknik eksplorasi dan praproses data teks sebagai…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a97be276943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Kerangka Teoretis, Bab 1. Pengenalan, Bab 2. Eksplorasi, Bab 3. Audit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4. Praproses, Bab 5. Praproses, Bab 6., Bab 7. Klasifikasi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8. UTS, Bab 9. Word, Bab 10. Model, Bab 11.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12. Analisis, Bab 13. Topic, Bab 14. Balancing, Bab 15. Proyek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5ddbfd2fa4d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Analisis Teks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cb3789fbe4f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50314d65a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Kerangka Teoretis, Bab 1. Pengenalan, Bab 2. Eksplorasi, Bab 3. Audit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Kerangka Teoretis Umum Analisis…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1. Pengenalan Analisis Data…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2. Eksplorasi dan Akuisisi…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Kerangka Teoretis Umum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1. Pengenalan Analisis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2. Eksplorasi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3. Audit Kualitas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4. Praproses Data Teks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78d2a800d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2. Eksplorasi, Bab 3. Audit, Bab 4. Praproses, Bab 5. Praproses, Bab 6., Bab 7.…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2.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Pertemuan 2, fokus pembelajaran…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3. Audit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Pertemuan 3, fokus pembelajaran…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184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4. Praproses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Pertemuan 4, fokus pembelajaran…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184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5. Praproses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Pertemuan 5, fokus pembelajaran…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6.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Pertemuan 6, fokus pembelajaran…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7.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Pertemuan 7, fokus pembelajaran…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coverage=(dokumen relevan yang terkumpul)/(dokumen relevan yang…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T^=T S, S=\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3fe407d7142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T^=T S, S=\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4. Praproses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Pada Pertemuan 4…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5. Praproses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Pada Pertemuan 5…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6. Representasi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Pada Pertemuan 6…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7. Klasifikasi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Pada Pertemuan 7…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8. UTS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Pada Pertemuan 8…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460c23f2044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ŷ=_c P(c)Π_j=1^pP(x_j c)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0f81812504a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5cbf780c04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0936f8612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8. UTS, Bab 9. Word, Bab 10. Model, Bab 11., Bab 12. Analisis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h_t=f(W_xx_t+W_hh_t-1+b)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P(y d)=softmax(Wx_d+b)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8. UTS: Presentasi Proyek Antara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9. Word Embedding dan Neural Network…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10. Model Sekuensial: RNN, LSTM,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11. Transformer dan Model Bahasa…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12. Analisis Sentimen dan Ekstraksi…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a8ecdb28048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9560ddebd4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9. Word Embedding dan Neural…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10. Model Sekuensial: RNN, LSTM…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11. Transformer dan Model Bahasa…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12. Analisis Sentimen dan…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13. Topic Modeling dan Clustering…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14. Balancing Data, Data…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f3536bf97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06b392740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7aaf1af6c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10. Model Sekuensial: RNN…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11. Transformer dan Model…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12. Analisis Sentimen dan…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13. Topic Modeling dan…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14. Balancing Data, Data…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15. Proyek End-to-End: Dari…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32e4839f241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Kerangka Teoretis Umum…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1. Pengenalan…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4. Praproses Data…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7. Klasifikasi Teks…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9. Word Embedding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14. Balancing Data…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6944e43a147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Teks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Asumsi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 krusial…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memilih antara bab…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hasil model dianggap…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mendeteksi bias…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6b596c32a41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b66ae64ba4d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Analisis Teks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Analisis Teks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2026-07-26T23:34:16.6770000Z</dcterms:created>
  <dcterms:modified xsi:type="dcterms:W3CDTF">2026-07-26T23:34:16.6770000Z</dcterms:modified>
</coreProperties>
</file>