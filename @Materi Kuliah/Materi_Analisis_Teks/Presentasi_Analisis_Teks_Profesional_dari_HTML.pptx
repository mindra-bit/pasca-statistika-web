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952fe149f14b28" /><Relationship Type="http://schemas.openxmlformats.org/officeDocument/2006/relationships/extended-properties" Target="/docProps/app.xml" Id="R83a7b920bd0f4082" /><Relationship Type="http://schemas.openxmlformats.org/officeDocument/2006/relationships/officeDocument" Target="/ppt/presentation.xml" Id="R865e1630dffc45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d0a729be204a51"/>
  </p:sldMasterIdLst>
  <p:notesMasterIdLst>
    <p:notesMasterId xmlns:r="http://schemas.openxmlformats.org/officeDocument/2006/relationships" r:id="R8e50878fd7444ef2"/>
  </p:notesMasterIdLst>
  <p:sldIdLst>
    <p:sldId xmlns:r="http://schemas.openxmlformats.org/officeDocument/2006/relationships" id="256" r:id="R5c49d8eebe09441c"/>
    <p:sldId xmlns:r="http://schemas.openxmlformats.org/officeDocument/2006/relationships" id="257" r:id="Rb204626d0a424e56"/>
    <p:sldId xmlns:r="http://schemas.openxmlformats.org/officeDocument/2006/relationships" id="258" r:id="R80febfaa84744b67"/>
    <p:sldId xmlns:r="http://schemas.openxmlformats.org/officeDocument/2006/relationships" id="259" r:id="R77f6022dae4b44b3"/>
    <p:sldId xmlns:r="http://schemas.openxmlformats.org/officeDocument/2006/relationships" id="260" r:id="Rc705df9b68b34cba"/>
    <p:sldId xmlns:r="http://schemas.openxmlformats.org/officeDocument/2006/relationships" id="261" r:id="Rd4b9ce70737f473c"/>
    <p:sldId xmlns:r="http://schemas.openxmlformats.org/officeDocument/2006/relationships" id="262" r:id="R95d267e996cf4ff1"/>
    <p:sldId xmlns:r="http://schemas.openxmlformats.org/officeDocument/2006/relationships" id="263" r:id="Ra508c706805e49fe"/>
    <p:sldId xmlns:r="http://schemas.openxmlformats.org/officeDocument/2006/relationships" id="264" r:id="Rdf99cf60bd624a12"/>
    <p:sldId xmlns:r="http://schemas.openxmlformats.org/officeDocument/2006/relationships" id="265" r:id="Ra1fe03aa61b54dd3"/>
    <p:sldId xmlns:r="http://schemas.openxmlformats.org/officeDocument/2006/relationships" id="266" r:id="R0587747c04e044ac"/>
    <p:sldId xmlns:r="http://schemas.openxmlformats.org/officeDocument/2006/relationships" id="267" r:id="Rce5bf86320254d0f"/>
    <p:sldId xmlns:r="http://schemas.openxmlformats.org/officeDocument/2006/relationships" id="268" r:id="Ra770615718c34fad"/>
    <p:sldId xmlns:r="http://schemas.openxmlformats.org/officeDocument/2006/relationships" id="269" r:id="Rd7bc4c446a2946fc"/>
    <p:sldId xmlns:r="http://schemas.openxmlformats.org/officeDocument/2006/relationships" id="270" r:id="Re7e66ad01a984d0a"/>
    <p:sldId xmlns:r="http://schemas.openxmlformats.org/officeDocument/2006/relationships" id="271" r:id="Rf3b8ca0aa1c1411a"/>
    <p:sldId xmlns:r="http://schemas.openxmlformats.org/officeDocument/2006/relationships" id="272" r:id="R14a15b90a00c49a6"/>
    <p:sldId xmlns:r="http://schemas.openxmlformats.org/officeDocument/2006/relationships" id="273" r:id="R47738cd7ae624094"/>
    <p:sldId xmlns:r="http://schemas.openxmlformats.org/officeDocument/2006/relationships" id="274" r:id="Rac98f5e7347e440d"/>
    <p:sldId xmlns:r="http://schemas.openxmlformats.org/officeDocument/2006/relationships" id="275" r:id="Rc3bf7a54acdf4b17"/>
    <p:sldId xmlns:r="http://schemas.openxmlformats.org/officeDocument/2006/relationships" id="276" r:id="R5f980ec8f03f49b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bc88c8e0104cf9" /><Relationship Type="http://schemas.openxmlformats.org/officeDocument/2006/relationships/slideMaster" Target="/ppt/slideMasters/slideMaster1.xml" Id="R21d0a729be204a51" /><Relationship Type="http://schemas.openxmlformats.org/officeDocument/2006/relationships/notesMaster" Target="/ppt/notesMasters/notesMaster1.xml" Id="R8e50878fd7444ef2" /><Relationship Type="http://schemas.openxmlformats.org/officeDocument/2006/relationships/presProps" Target="/ppt/presProps.xml" Id="Rfd8104ba8d87404e" /><Relationship Type="http://schemas.openxmlformats.org/officeDocument/2006/relationships/tableStyles" Target="/ppt/tableStyles.xml" Id="R69c5b4f189d74b03" /><Relationship Type="http://schemas.openxmlformats.org/officeDocument/2006/relationships/slide" Target="/ppt/slides/slide1.xml" Id="R5c49d8eebe09441c" /><Relationship Type="http://schemas.openxmlformats.org/officeDocument/2006/relationships/slide" Target="/ppt/slides/slide2.xml" Id="Rb204626d0a424e56" /><Relationship Type="http://schemas.openxmlformats.org/officeDocument/2006/relationships/slide" Target="/ppt/slides/slide3.xml" Id="R80febfaa84744b67" /><Relationship Type="http://schemas.openxmlformats.org/officeDocument/2006/relationships/slide" Target="/ppt/slides/slide4.xml" Id="R77f6022dae4b44b3" /><Relationship Type="http://schemas.openxmlformats.org/officeDocument/2006/relationships/slide" Target="/ppt/slides/slide5.xml" Id="Rc705df9b68b34cba" /><Relationship Type="http://schemas.openxmlformats.org/officeDocument/2006/relationships/slide" Target="/ppt/slides/slide6.xml" Id="Rd4b9ce70737f473c" /><Relationship Type="http://schemas.openxmlformats.org/officeDocument/2006/relationships/slide" Target="/ppt/slides/slide7.xml" Id="R95d267e996cf4ff1" /><Relationship Type="http://schemas.openxmlformats.org/officeDocument/2006/relationships/slide" Target="/ppt/slides/slide8.xml" Id="Ra508c706805e49fe" /><Relationship Type="http://schemas.openxmlformats.org/officeDocument/2006/relationships/slide" Target="/ppt/slides/slide9.xml" Id="Rdf99cf60bd624a12" /><Relationship Type="http://schemas.openxmlformats.org/officeDocument/2006/relationships/slide" Target="/ppt/slides/slide10.xml" Id="Ra1fe03aa61b54dd3" /><Relationship Type="http://schemas.openxmlformats.org/officeDocument/2006/relationships/slide" Target="/ppt/slides/slide11.xml" Id="R0587747c04e044ac" /><Relationship Type="http://schemas.openxmlformats.org/officeDocument/2006/relationships/slide" Target="/ppt/slides/slide12.xml" Id="Rce5bf86320254d0f" /><Relationship Type="http://schemas.openxmlformats.org/officeDocument/2006/relationships/slide" Target="/ppt/slides/slide13.xml" Id="Ra770615718c34fad" /><Relationship Type="http://schemas.openxmlformats.org/officeDocument/2006/relationships/slide" Target="/ppt/slides/slide14.xml" Id="Rd7bc4c446a2946fc" /><Relationship Type="http://schemas.openxmlformats.org/officeDocument/2006/relationships/slide" Target="/ppt/slides/slide15.xml" Id="Re7e66ad01a984d0a" /><Relationship Type="http://schemas.openxmlformats.org/officeDocument/2006/relationships/slide" Target="/ppt/slides/slide16.xml" Id="Rf3b8ca0aa1c1411a" /><Relationship Type="http://schemas.openxmlformats.org/officeDocument/2006/relationships/slide" Target="/ppt/slides/slide17.xml" Id="R14a15b90a00c49a6" /><Relationship Type="http://schemas.openxmlformats.org/officeDocument/2006/relationships/slide" Target="/ppt/slides/slide18.xml" Id="R47738cd7ae624094" /><Relationship Type="http://schemas.openxmlformats.org/officeDocument/2006/relationships/slide" Target="/ppt/slides/slide19.xml" Id="Rac98f5e7347e440d" /><Relationship Type="http://schemas.openxmlformats.org/officeDocument/2006/relationships/slide" Target="/ppt/slides/slide20.xml" Id="Rc3bf7a54acdf4b17" /><Relationship Type="http://schemas.openxmlformats.org/officeDocument/2006/relationships/slide" Target="/ppt/slides/slide21.xml" Id="R5f980ec8f03f49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eecfa0cd4c47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82a1d7e6e64400" /><Relationship Type="http://schemas.openxmlformats.org/officeDocument/2006/relationships/notesMaster" Target="/ppt/notesMasters/notesMaster1.xml" Id="R1da5912512e64a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418c62d2b148ea" /><Relationship Type="http://schemas.openxmlformats.org/officeDocument/2006/relationships/notesMaster" Target="/ppt/notesMasters/notesMaster1.xml" Id="Rd045eeb3769745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1c875619a045bd" /><Relationship Type="http://schemas.openxmlformats.org/officeDocument/2006/relationships/notesMaster" Target="/ppt/notesMasters/notesMaster1.xml" Id="R4eff285a12e441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8e62fba4dc4dba" /><Relationship Type="http://schemas.openxmlformats.org/officeDocument/2006/relationships/notesMaster" Target="/ppt/notesMasters/notesMaster1.xml" Id="R1c6f941d213a4c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c85cb064b24dba" /><Relationship Type="http://schemas.openxmlformats.org/officeDocument/2006/relationships/notesMaster" Target="/ppt/notesMasters/notesMaster1.xml" Id="Rf5ba879374554b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69323b2925481d" /><Relationship Type="http://schemas.openxmlformats.org/officeDocument/2006/relationships/notesMaster" Target="/ppt/notesMasters/notesMaster1.xml" Id="R0d7272b5308149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e7b49e1cb94966" /><Relationship Type="http://schemas.openxmlformats.org/officeDocument/2006/relationships/notesMaster" Target="/ppt/notesMasters/notesMaster1.xml" Id="R69da07102a9647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49bf85a7cd4c87" /><Relationship Type="http://schemas.openxmlformats.org/officeDocument/2006/relationships/notesMaster" Target="/ppt/notesMasters/notesMaster1.xml" Id="R5857817c44394d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408d283d6314bd5" /><Relationship Type="http://schemas.openxmlformats.org/officeDocument/2006/relationships/notesMaster" Target="/ppt/notesMasters/notesMaster1.xml" Id="Rb21ac1c2a3554a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a328b682954ac4" /><Relationship Type="http://schemas.openxmlformats.org/officeDocument/2006/relationships/notesMaster" Target="/ppt/notesMasters/notesMaster1.xml" Id="Rce979c3d21f740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a7d917986124e7f" /><Relationship Type="http://schemas.openxmlformats.org/officeDocument/2006/relationships/notesMaster" Target="/ppt/notesMasters/notesMaster1.xml" Id="Rfe7b98b4d3f14f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bc87e21c5f4503" /><Relationship Type="http://schemas.openxmlformats.org/officeDocument/2006/relationships/notesMaster" Target="/ppt/notesMasters/notesMaster1.xml" Id="R0b7881bb324d453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1b24106c2f7483e" /><Relationship Type="http://schemas.openxmlformats.org/officeDocument/2006/relationships/notesMaster" Target="/ppt/notesMasters/notesMaster1.xml" Id="R2144acb492e441a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bdbb495106c4f32" /><Relationship Type="http://schemas.openxmlformats.org/officeDocument/2006/relationships/notesMaster" Target="/ppt/notesMasters/notesMaster1.xml" Id="R491f8c108b4b48f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81861f51fd04da1" /><Relationship Type="http://schemas.openxmlformats.org/officeDocument/2006/relationships/notesMaster" Target="/ppt/notesMasters/notesMaster1.xml" Id="Rd28936f75d27428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5e3b3d04b094cca" /><Relationship Type="http://schemas.openxmlformats.org/officeDocument/2006/relationships/notesMaster" Target="/ppt/notesMasters/notesMaster1.xml" Id="R4ad975800b78480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6e34e622687454d" /><Relationship Type="http://schemas.openxmlformats.org/officeDocument/2006/relationships/notesMaster" Target="/ppt/notesMasters/notesMaster1.xml" Id="R321ac06b4d634e9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5fee1e553f54a20" /><Relationship Type="http://schemas.openxmlformats.org/officeDocument/2006/relationships/notesMaster" Target="/ppt/notesMasters/notesMaster1.xml" Id="R4d4d0b61dc8c4d1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9e96d5b19fa4b24" /><Relationship Type="http://schemas.openxmlformats.org/officeDocument/2006/relationships/notesMaster" Target="/ppt/notesMasters/notesMaster1.xml" Id="Rd55c92bc24ef44b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cc0608f894b4ab4" /><Relationship Type="http://schemas.openxmlformats.org/officeDocument/2006/relationships/notesMaster" Target="/ppt/notesMasters/notesMaster1.xml" Id="Rc5800e8609194f9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f789ac31f234c06" /><Relationship Type="http://schemas.openxmlformats.org/officeDocument/2006/relationships/notesMaster" Target="/ppt/notesMasters/notesMaster1.xml" Id="R5b37f6ca954448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0f60bf3c43429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7baa82348942d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ccffc78fe04c3a" /><Relationship Type="http://schemas.openxmlformats.org/officeDocument/2006/relationships/slideLayout" Target="/ppt/slideLayouts/slideLayout1.xml" Id="R995aa87b12a447f6" /><Relationship Type="http://schemas.openxmlformats.org/officeDocument/2006/relationships/slideLayout" Target="/ppt/slideLayouts/slideLayout2.xml" Id="R2bda0ea8d661441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5aa87b12a447f6"/>
    <p:sldLayoutId xmlns:r="http://schemas.openxmlformats.org/officeDocument/2006/relationships" id="2147483650" r:id="R2bda0ea8d6614413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641bfdcd154d36" /><Relationship Type="http://schemas.openxmlformats.org/officeDocument/2006/relationships/image" Target="/ppt/media/image.png" Id="Rff328229df594013" /><Relationship Type="http://schemas.openxmlformats.org/officeDocument/2006/relationships/image" Target="/ppt/media/image2.png" Id="Rb90a25a933d840a8" /><Relationship Type="http://schemas.openxmlformats.org/officeDocument/2006/relationships/notesSlide" Target="/ppt/notesSlides/notesSlide1.xml" Id="R507ce8735ef143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e050e08dab44c1" /><Relationship Type="http://schemas.openxmlformats.org/officeDocument/2006/relationships/image" Target="/ppt/media/image2.png" Id="Raf38ad628eed4e06" /><Relationship Type="http://schemas.openxmlformats.org/officeDocument/2006/relationships/notesSlide" Target="/ppt/notesSlides/notesSlide2.xml" Id="Re67cd7c418e145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6983c52eb3470b" /><Relationship Type="http://schemas.openxmlformats.org/officeDocument/2006/relationships/image" Target="/ppt/media/image2.png" Id="R807b26327acf4095" /><Relationship Type="http://schemas.openxmlformats.org/officeDocument/2006/relationships/notesSlide" Target="/ppt/notesSlides/notesSlide3.xml" Id="R117b4e713da642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4ff7f01f9046f6" /><Relationship Type="http://schemas.openxmlformats.org/officeDocument/2006/relationships/image" Target="/ppt/media/image2.png" Id="Rfaf8a7a0710c4b64" /><Relationship Type="http://schemas.openxmlformats.org/officeDocument/2006/relationships/notesSlide" Target="/ppt/notesSlides/notesSlide4.xml" Id="Rf177e744468447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0bc4c8f9d941fd" /><Relationship Type="http://schemas.openxmlformats.org/officeDocument/2006/relationships/image" Target="/ppt/media/image2.png" Id="R8d77c6f9ebca434e" /><Relationship Type="http://schemas.openxmlformats.org/officeDocument/2006/relationships/notesSlide" Target="/ppt/notesSlides/notesSlide5.xml" Id="Ref5725471b1e4f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04517f0ea44c07" /><Relationship Type="http://schemas.openxmlformats.org/officeDocument/2006/relationships/image" Target="/ppt/media/image2.png" Id="R0eb84a7ec5ed411e" /><Relationship Type="http://schemas.openxmlformats.org/officeDocument/2006/relationships/notesSlide" Target="/ppt/notesSlides/notesSlide6.xml" Id="R6faf99fa35eb49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b5c8aad1984e11" /><Relationship Type="http://schemas.openxmlformats.org/officeDocument/2006/relationships/image" Target="/ppt/media/image2.png" Id="R9040a6606b1947f4" /><Relationship Type="http://schemas.openxmlformats.org/officeDocument/2006/relationships/notesSlide" Target="/ppt/notesSlides/notesSlide7.xml" Id="R81b703985ec34a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4e8495b3b84f37" /><Relationship Type="http://schemas.openxmlformats.org/officeDocument/2006/relationships/image" Target="/ppt/media/image2.png" Id="R3ede17e91bf343b0" /><Relationship Type="http://schemas.openxmlformats.org/officeDocument/2006/relationships/notesSlide" Target="/ppt/notesSlides/notesSlide8.xml" Id="R24461e2df0b747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127d49a308420c" /><Relationship Type="http://schemas.openxmlformats.org/officeDocument/2006/relationships/image" Target="/ppt/media/image2.png" Id="R8c14825c763947bd" /><Relationship Type="http://schemas.openxmlformats.org/officeDocument/2006/relationships/notesSlide" Target="/ppt/notesSlides/notesSlide9.xml" Id="R384dc9d838574f8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2ac8b8080648c2" /><Relationship Type="http://schemas.openxmlformats.org/officeDocument/2006/relationships/image" Target="/ppt/media/image2.png" Id="R8e2f270dbfce4e09" /><Relationship Type="http://schemas.openxmlformats.org/officeDocument/2006/relationships/notesSlide" Target="/ppt/notesSlides/notesSlide10.xml" Id="R2aea1bac768045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e6e082014a4955" /><Relationship Type="http://schemas.openxmlformats.org/officeDocument/2006/relationships/image" Target="/ppt/media/image2.png" Id="R8228c0d72ba5486b" /><Relationship Type="http://schemas.openxmlformats.org/officeDocument/2006/relationships/notesSlide" Target="/ppt/notesSlides/notesSlide11.xml" Id="R718142cf4d034ef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bb39cc738f4164" /><Relationship Type="http://schemas.openxmlformats.org/officeDocument/2006/relationships/image" Target="/ppt/media/image2.png" Id="Rf4a913d585324568" /><Relationship Type="http://schemas.openxmlformats.org/officeDocument/2006/relationships/notesSlide" Target="/ppt/notesSlides/notesSlide12.xml" Id="Rf30e65afc1db492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7a01c8590d4792" /><Relationship Type="http://schemas.openxmlformats.org/officeDocument/2006/relationships/image" Target="/ppt/media/image2.png" Id="R5291240baa214ac5" /><Relationship Type="http://schemas.openxmlformats.org/officeDocument/2006/relationships/notesSlide" Target="/ppt/notesSlides/notesSlide13.xml" Id="R12234abc3ad64b0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285a95f0ae4a34" /><Relationship Type="http://schemas.openxmlformats.org/officeDocument/2006/relationships/image" Target="/ppt/media/image2.png" Id="Ra3f4e5bd78194391" /><Relationship Type="http://schemas.openxmlformats.org/officeDocument/2006/relationships/notesSlide" Target="/ppt/notesSlides/notesSlide14.xml" Id="R4a218de1064f434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556b9e86fc4223" /><Relationship Type="http://schemas.openxmlformats.org/officeDocument/2006/relationships/image" Target="/ppt/media/image2.png" Id="R1ecbed3c9c0a43d5" /><Relationship Type="http://schemas.openxmlformats.org/officeDocument/2006/relationships/notesSlide" Target="/ppt/notesSlides/notesSlide15.xml" Id="Re9b651db6008492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6911c003ac44a7" /><Relationship Type="http://schemas.openxmlformats.org/officeDocument/2006/relationships/image" Target="/ppt/media/image2.png" Id="R1717b7a763c24d8c" /><Relationship Type="http://schemas.openxmlformats.org/officeDocument/2006/relationships/notesSlide" Target="/ppt/notesSlides/notesSlide16.xml" Id="R41a53e5f27c6437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53e36e4f044dc0" /><Relationship Type="http://schemas.openxmlformats.org/officeDocument/2006/relationships/image" Target="/ppt/media/image2.png" Id="R10d4cef8e4c34916" /><Relationship Type="http://schemas.openxmlformats.org/officeDocument/2006/relationships/notesSlide" Target="/ppt/notesSlides/notesSlide17.xml" Id="R72b6ebf18a8040e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b90dc4c3c949cc" /><Relationship Type="http://schemas.openxmlformats.org/officeDocument/2006/relationships/image" Target="/ppt/media/image2.png" Id="R4e21814d779d43bd" /><Relationship Type="http://schemas.openxmlformats.org/officeDocument/2006/relationships/notesSlide" Target="/ppt/notesSlides/notesSlide18.xml" Id="R962a8186b15e418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91c1b12b8040f5" /><Relationship Type="http://schemas.openxmlformats.org/officeDocument/2006/relationships/image" Target="/ppt/media/image2.png" Id="R7838a7cfccd0481f" /><Relationship Type="http://schemas.openxmlformats.org/officeDocument/2006/relationships/notesSlide" Target="/ppt/notesSlides/notesSlide19.xml" Id="R6f8e382c9b994fb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03e48cbb18446a" /><Relationship Type="http://schemas.openxmlformats.org/officeDocument/2006/relationships/image" Target="/ppt/media/image2.png" Id="R054467dbd9904307" /><Relationship Type="http://schemas.openxmlformats.org/officeDocument/2006/relationships/notesSlide" Target="/ppt/notesSlides/notesSlide20.xml" Id="Rf63d88eca6814cf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f5d83caa904698" /><Relationship Type="http://schemas.openxmlformats.org/officeDocument/2006/relationships/image" Target="/ppt/media/image.png" Id="R0dc42448330448fa" /><Relationship Type="http://schemas.openxmlformats.org/officeDocument/2006/relationships/image" Target="/ppt/media/image2.png" Id="Rfbcdb4d2ebaa4833" /><Relationship Type="http://schemas.openxmlformats.org/officeDocument/2006/relationships/notesSlide" Target="/ppt/notesSlides/notesSlide21.xml" Id="Rfbc583efbfde49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328229df5940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0a25a933d840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Analisis Teks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Anindya Apriliyanti Pravitasari,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Teks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Terapan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8ad628eed4e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Analisis Teks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84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Mata kuliah ini membangun penguasaan analisis teks melalui teori, praktik komputasi, studi kasus, dan komunikasi ilmiah.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RPS menekankan empat capaian pembelajaran mata kuliah.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Pertama, mahasiswa mampu menjelaskan konsep dasar, peran, dan…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Kedua, mahasiswa mampu menerapkan teknik eksplorasi dan praproses…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Ketiga, mahasiswa mampu mengembangkan dan menerapkan model machine…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Media sosial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Kebijakan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Layanan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Pemasaran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Riset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7b26327acf40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RPS menekankan empat capaian pembelajaran mata kuliah.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Pertama, mahasiswa mampu menjelaskan konsep dasar, peran, dan aplikasi text analytics di…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Kedua, mahasiswa mampu menerapkan teknik eksplorasi dan praproses data teks sebagai…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8a7a0710c4b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Kerangka Teoretis, Bab 1. Pengenalan, Bab 2. Eksplorasi, Bab 3. Audit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4. Praproses, Bab 5. Praproses, Bab 6., Bab 7. Klasifikasi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8. UTS, Bab 9. Word, Bab 10. Model, Bab 11.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12. Analisis, Bab 13. Topic, Bab 14. Balancing, Bab 15. Proyek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77c6f9ebca43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Analisis Teks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b84a7ec5ed41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0a6606b1947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Kerangka Teoretis, Bab 1. Pengenalan, Bab 2. Eksplorasi, Bab 3. Audit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Kerangka Teoretis Umum Analisis…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1. Pengenalan Analisis Data…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2. Eksplorasi dan Akuisisi…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Kerangka Teoretis Umum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1. Pengenalan Analisis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2. Eksplorasi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3. Audit Kualitas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4. Praproses Data Teks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e17e91bf343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Bab 2. Eksplorasi, Bab 3. Audit, Bab 4. Praproses, Bab 5. Praproses, Bab 6., Bab 7.…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2.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Pertemuan 2, fokus pembelajaran…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3. Audit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Pertemuan 3, fokus pembelajaran…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184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4. Praproses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Pertemuan 4, fokus pembelajaran…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184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5. Praproses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Pertemuan 5, fokus pembelajaran…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6.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Pertemuan 6, fokus pembelajaran…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7.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Pada Pertemuan 7, fokus pembelajaran…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coverage=(dokumen relevan yang terkumpul)/(dokumen relevan yang…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T^=T S, S=\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14825c763947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T^=T S, S=\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4. Praproses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Pada Pertemuan 4…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5. Praproses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Pada Pertemuan 5…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6. Representasi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Pada Pertemuan 6…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7. Klasifikasi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Pada Pertemuan 7…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8. UTS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Pada Pertemuan 8…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2f270dbfce4e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ŷ=_c P(c)Π_j=1^pP(x_j c)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28c0d72ba548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913d5853245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91240baa214a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Bab 8. UTS, Bab 9. Word, Bab 10. Model, Bab 11., Bab 12. Analisis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h_t=f(W_xx_t+W_hh_t-1+b)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P(y d)=softmax(Wx_d+b)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8. UTS: Presentasi Proyek Antara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9. Word Embedding dan Neural Network…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10. Model Sekuensial: RNN, LSTM,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11. Transformer dan Model Bahasa…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12. Analisis Sentimen dan Ekstraksi…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4e5bd781943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bed3c9c0a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9. Word Embedding dan Neural…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10. Model Sekuensial: RNN, LSTM…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11. Transformer dan Model Bahasa…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12. Analisis Sentimen dan…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13. Topic Modeling dan Clustering…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14. Balancing Data, Data…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17b7a763c24d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d4cef8e4c349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21814d779d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10. Model Sekuensial: RNN…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11. Transformer dan Model…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12. Analisis Sentimen dan…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13. Topic Modeling dan…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14. Balancing Data, Data…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15. Proyek End-to-End: Dari…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38a7cfccd048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Kerangka Teoretis Umum…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1. Pengenalan…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4. Praproses Data…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7. Klasifikasi Teks…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9. Word Embedding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14. Balancing Data…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467dbd99043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Teks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Asumsi apa yang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 krusial…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memilih antara bab…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Kapan hasil…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Kapan hasil model dianggap…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mendeteksi bias…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menyampaikan…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42448330448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db4d2ebaa48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Analisis Teks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Analisis Teks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2026-06-22T07:44:51.1980000Z</dcterms:created>
  <dcterms:modified xsi:type="dcterms:W3CDTF">2026-06-22T07:44:51.1980000Z</dcterms:modified>
</coreProperties>
</file>