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9a9cb59fc94fe1" /><Relationship Type="http://schemas.openxmlformats.org/officeDocument/2006/relationships/extended-properties" Target="/docProps/app.xml" Id="Rf59a1ee1a2804331" /><Relationship Type="http://schemas.openxmlformats.org/officeDocument/2006/relationships/officeDocument" Target="/ppt/presentation.xml" Id="R03474b538f1d4e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56ff2bbae248e2"/>
  </p:sldMasterIdLst>
  <p:notesMasterIdLst>
    <p:notesMasterId xmlns:r="http://schemas.openxmlformats.org/officeDocument/2006/relationships" r:id="R571cc307331c40c5"/>
  </p:notesMasterIdLst>
  <p:sldIdLst>
    <p:sldId xmlns:r="http://schemas.openxmlformats.org/officeDocument/2006/relationships" id="256" r:id="R81a62baead34411c"/>
    <p:sldId xmlns:r="http://schemas.openxmlformats.org/officeDocument/2006/relationships" id="257" r:id="R5931e370f8b84351"/>
    <p:sldId xmlns:r="http://schemas.openxmlformats.org/officeDocument/2006/relationships" id="258" r:id="R425f5694898444f4"/>
    <p:sldId xmlns:r="http://schemas.openxmlformats.org/officeDocument/2006/relationships" id="259" r:id="Rbec2805424e042f3"/>
    <p:sldId xmlns:r="http://schemas.openxmlformats.org/officeDocument/2006/relationships" id="260" r:id="Rc6a9167889be400c"/>
    <p:sldId xmlns:r="http://schemas.openxmlformats.org/officeDocument/2006/relationships" id="261" r:id="R6c5fa46c217c4b94"/>
    <p:sldId xmlns:r="http://schemas.openxmlformats.org/officeDocument/2006/relationships" id="262" r:id="R70c1ec48b9b74e0d"/>
    <p:sldId xmlns:r="http://schemas.openxmlformats.org/officeDocument/2006/relationships" id="263" r:id="Re9c22bbd8e5a44b2"/>
    <p:sldId xmlns:r="http://schemas.openxmlformats.org/officeDocument/2006/relationships" id="264" r:id="Rf9e88515e39f4f11"/>
    <p:sldId xmlns:r="http://schemas.openxmlformats.org/officeDocument/2006/relationships" id="265" r:id="R9d51a2c62a444c89"/>
    <p:sldId xmlns:r="http://schemas.openxmlformats.org/officeDocument/2006/relationships" id="266" r:id="R223f210349dc4ef1"/>
    <p:sldId xmlns:r="http://schemas.openxmlformats.org/officeDocument/2006/relationships" id="267" r:id="R7757d5ed9c554c7c"/>
    <p:sldId xmlns:r="http://schemas.openxmlformats.org/officeDocument/2006/relationships" id="268" r:id="R02d2162aa4db4867"/>
    <p:sldId xmlns:r="http://schemas.openxmlformats.org/officeDocument/2006/relationships" id="269" r:id="Raa1ed7c249d64838"/>
    <p:sldId xmlns:r="http://schemas.openxmlformats.org/officeDocument/2006/relationships" id="270" r:id="Re064538f49d849ab"/>
    <p:sldId xmlns:r="http://schemas.openxmlformats.org/officeDocument/2006/relationships" id="271" r:id="Rc7e97993f9d14fa0"/>
    <p:sldId xmlns:r="http://schemas.openxmlformats.org/officeDocument/2006/relationships" id="272" r:id="Rd6a15d4dffef4d4a"/>
    <p:sldId xmlns:r="http://schemas.openxmlformats.org/officeDocument/2006/relationships" id="273" r:id="R7baf9a3cb97548f2"/>
    <p:sldId xmlns:r="http://schemas.openxmlformats.org/officeDocument/2006/relationships" id="274" r:id="Rac26f8ff7ae34554"/>
    <p:sldId xmlns:r="http://schemas.openxmlformats.org/officeDocument/2006/relationships" id="275" r:id="R31c8ae9db8fd484e"/>
    <p:sldId xmlns:r="http://schemas.openxmlformats.org/officeDocument/2006/relationships" id="276" r:id="R6b437cda6e344b7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285f2c2b92476e" /><Relationship Type="http://schemas.openxmlformats.org/officeDocument/2006/relationships/slideMaster" Target="/ppt/slideMasters/slideMaster1.xml" Id="Rd956ff2bbae248e2" /><Relationship Type="http://schemas.openxmlformats.org/officeDocument/2006/relationships/notesMaster" Target="/ppt/notesMasters/notesMaster1.xml" Id="R571cc307331c40c5" /><Relationship Type="http://schemas.openxmlformats.org/officeDocument/2006/relationships/presProps" Target="/ppt/presProps.xml" Id="Rba867224bd864e64" /><Relationship Type="http://schemas.openxmlformats.org/officeDocument/2006/relationships/tableStyles" Target="/ppt/tableStyles.xml" Id="R89d594372c984f2c" /><Relationship Type="http://schemas.openxmlformats.org/officeDocument/2006/relationships/slide" Target="/ppt/slides/slide1.xml" Id="R81a62baead34411c" /><Relationship Type="http://schemas.openxmlformats.org/officeDocument/2006/relationships/slide" Target="/ppt/slides/slide2.xml" Id="R5931e370f8b84351" /><Relationship Type="http://schemas.openxmlformats.org/officeDocument/2006/relationships/slide" Target="/ppt/slides/slide3.xml" Id="R425f5694898444f4" /><Relationship Type="http://schemas.openxmlformats.org/officeDocument/2006/relationships/slide" Target="/ppt/slides/slide4.xml" Id="Rbec2805424e042f3" /><Relationship Type="http://schemas.openxmlformats.org/officeDocument/2006/relationships/slide" Target="/ppt/slides/slide5.xml" Id="Rc6a9167889be400c" /><Relationship Type="http://schemas.openxmlformats.org/officeDocument/2006/relationships/slide" Target="/ppt/slides/slide6.xml" Id="R6c5fa46c217c4b94" /><Relationship Type="http://schemas.openxmlformats.org/officeDocument/2006/relationships/slide" Target="/ppt/slides/slide7.xml" Id="R70c1ec48b9b74e0d" /><Relationship Type="http://schemas.openxmlformats.org/officeDocument/2006/relationships/slide" Target="/ppt/slides/slide8.xml" Id="Re9c22bbd8e5a44b2" /><Relationship Type="http://schemas.openxmlformats.org/officeDocument/2006/relationships/slide" Target="/ppt/slides/slide9.xml" Id="Rf9e88515e39f4f11" /><Relationship Type="http://schemas.openxmlformats.org/officeDocument/2006/relationships/slide" Target="/ppt/slides/slide10.xml" Id="R9d51a2c62a444c89" /><Relationship Type="http://schemas.openxmlformats.org/officeDocument/2006/relationships/slide" Target="/ppt/slides/slide11.xml" Id="R223f210349dc4ef1" /><Relationship Type="http://schemas.openxmlformats.org/officeDocument/2006/relationships/slide" Target="/ppt/slides/slide12.xml" Id="R7757d5ed9c554c7c" /><Relationship Type="http://schemas.openxmlformats.org/officeDocument/2006/relationships/slide" Target="/ppt/slides/slide13.xml" Id="R02d2162aa4db4867" /><Relationship Type="http://schemas.openxmlformats.org/officeDocument/2006/relationships/slide" Target="/ppt/slides/slide14.xml" Id="Raa1ed7c249d64838" /><Relationship Type="http://schemas.openxmlformats.org/officeDocument/2006/relationships/slide" Target="/ppt/slides/slide15.xml" Id="Re064538f49d849ab" /><Relationship Type="http://schemas.openxmlformats.org/officeDocument/2006/relationships/slide" Target="/ppt/slides/slide16.xml" Id="Rc7e97993f9d14fa0" /><Relationship Type="http://schemas.openxmlformats.org/officeDocument/2006/relationships/slide" Target="/ppt/slides/slide17.xml" Id="Rd6a15d4dffef4d4a" /><Relationship Type="http://schemas.openxmlformats.org/officeDocument/2006/relationships/slide" Target="/ppt/slides/slide18.xml" Id="R7baf9a3cb97548f2" /><Relationship Type="http://schemas.openxmlformats.org/officeDocument/2006/relationships/slide" Target="/ppt/slides/slide19.xml" Id="Rac26f8ff7ae34554" /><Relationship Type="http://schemas.openxmlformats.org/officeDocument/2006/relationships/slide" Target="/ppt/slides/slide20.xml" Id="R31c8ae9db8fd484e" /><Relationship Type="http://schemas.openxmlformats.org/officeDocument/2006/relationships/slide" Target="/ppt/slides/slide21.xml" Id="R6b437cda6e344b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0bb384da464a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33d3d81ac04f59" /><Relationship Type="http://schemas.openxmlformats.org/officeDocument/2006/relationships/notesMaster" Target="/ppt/notesMasters/notesMaster1.xml" Id="Rad648562741842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e5203dcc3c4e99" /><Relationship Type="http://schemas.openxmlformats.org/officeDocument/2006/relationships/notesMaster" Target="/ppt/notesMasters/notesMaster1.xml" Id="R83786dda771344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c44f7805d34546" /><Relationship Type="http://schemas.openxmlformats.org/officeDocument/2006/relationships/notesMaster" Target="/ppt/notesMasters/notesMaster1.xml" Id="R016bbb41168a41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4171d67a984c3c" /><Relationship Type="http://schemas.openxmlformats.org/officeDocument/2006/relationships/notesMaster" Target="/ppt/notesMasters/notesMaster1.xml" Id="Raff119b3e36941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45e2439094462c" /><Relationship Type="http://schemas.openxmlformats.org/officeDocument/2006/relationships/notesMaster" Target="/ppt/notesMasters/notesMaster1.xml" Id="R03ab9bdab8e445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0fb95ae9fb4aa4" /><Relationship Type="http://schemas.openxmlformats.org/officeDocument/2006/relationships/notesMaster" Target="/ppt/notesMasters/notesMaster1.xml" Id="R9913a3a230e443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e0788d36f24334" /><Relationship Type="http://schemas.openxmlformats.org/officeDocument/2006/relationships/notesMaster" Target="/ppt/notesMasters/notesMaster1.xml" Id="Rd4f3ccf99d984f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a5ec6fc3e24eba" /><Relationship Type="http://schemas.openxmlformats.org/officeDocument/2006/relationships/notesMaster" Target="/ppt/notesMasters/notesMaster1.xml" Id="Raad99ac5c1c044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11eb636b294a17" /><Relationship Type="http://schemas.openxmlformats.org/officeDocument/2006/relationships/notesMaster" Target="/ppt/notesMasters/notesMaster1.xml" Id="Rafc8a93f82534c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4a42760ffd4030" /><Relationship Type="http://schemas.openxmlformats.org/officeDocument/2006/relationships/notesMaster" Target="/ppt/notesMasters/notesMaster1.xml" Id="Rd742a164388b47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a915adf96f4377" /><Relationship Type="http://schemas.openxmlformats.org/officeDocument/2006/relationships/notesMaster" Target="/ppt/notesMasters/notesMaster1.xml" Id="R602c3d7362ba44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8e910f7a07b4f5a" /><Relationship Type="http://schemas.openxmlformats.org/officeDocument/2006/relationships/notesMaster" Target="/ppt/notesMasters/notesMaster1.xml" Id="R986ccf7a8e1845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3e32749c124e43" /><Relationship Type="http://schemas.openxmlformats.org/officeDocument/2006/relationships/notesMaster" Target="/ppt/notesMasters/notesMaster1.xml" Id="Rc31a0581ce5146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d2e0a444164aa3" /><Relationship Type="http://schemas.openxmlformats.org/officeDocument/2006/relationships/notesMaster" Target="/ppt/notesMasters/notesMaster1.xml" Id="R1400a162daf14d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f171590f2ed4cd7" /><Relationship Type="http://schemas.openxmlformats.org/officeDocument/2006/relationships/notesMaster" Target="/ppt/notesMasters/notesMaster1.xml" Id="R2e98830fd2cd48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8cc3c474f74350" /><Relationship Type="http://schemas.openxmlformats.org/officeDocument/2006/relationships/notesMaster" Target="/ppt/notesMasters/notesMaster1.xml" Id="Rb740ae37060d461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f4e652069304888" /><Relationship Type="http://schemas.openxmlformats.org/officeDocument/2006/relationships/notesMaster" Target="/ppt/notesMasters/notesMaster1.xml" Id="Rebdfe91c2cc847a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db66d62224d41be" /><Relationship Type="http://schemas.openxmlformats.org/officeDocument/2006/relationships/notesMaster" Target="/ppt/notesMasters/notesMaster1.xml" Id="Rd6947fcd359844c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830e1ce39ea42a5" /><Relationship Type="http://schemas.openxmlformats.org/officeDocument/2006/relationships/notesMaster" Target="/ppt/notesMasters/notesMaster1.xml" Id="Rc86397650a8c408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fe6fe9cced1447f" /><Relationship Type="http://schemas.openxmlformats.org/officeDocument/2006/relationships/notesMaster" Target="/ppt/notesMasters/notesMaster1.xml" Id="R5dd608a3115e475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6bbe1d9af9043f0" /><Relationship Type="http://schemas.openxmlformats.org/officeDocument/2006/relationships/notesMaster" Target="/ppt/notesMasters/notesMaster1.xml" Id="R9e33d93e90954f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f4d64429d943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e1a1c0e7ab419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65903edadc4ca2" /><Relationship Type="http://schemas.openxmlformats.org/officeDocument/2006/relationships/slideLayout" Target="/ppt/slideLayouts/slideLayout1.xml" Id="Raf2da303b66247e5" /><Relationship Type="http://schemas.openxmlformats.org/officeDocument/2006/relationships/slideLayout" Target="/ppt/slideLayouts/slideLayout2.xml" Id="R6191b02c27b54f5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2da303b66247e5"/>
    <p:sldLayoutId xmlns:r="http://schemas.openxmlformats.org/officeDocument/2006/relationships" id="2147483650" r:id="R6191b02c27b54f50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2d9a4501ac480e" /><Relationship Type="http://schemas.openxmlformats.org/officeDocument/2006/relationships/image" Target="/ppt/media/image.png" Id="R16c0c5c3ae71499d" /><Relationship Type="http://schemas.openxmlformats.org/officeDocument/2006/relationships/image" Target="/ppt/media/image2.png" Id="R2b79d1830e134bc1" /><Relationship Type="http://schemas.openxmlformats.org/officeDocument/2006/relationships/notesSlide" Target="/ppt/notesSlides/notesSlide1.xml" Id="R686ebf47a99043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052863247047b4" /><Relationship Type="http://schemas.openxmlformats.org/officeDocument/2006/relationships/image" Target="/ppt/media/image2.png" Id="R4ebf90a2fdf04f73" /><Relationship Type="http://schemas.openxmlformats.org/officeDocument/2006/relationships/notesSlide" Target="/ppt/notesSlides/notesSlide2.xml" Id="R15090443272042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41eb9488ef491f" /><Relationship Type="http://schemas.openxmlformats.org/officeDocument/2006/relationships/image" Target="/ppt/media/image2.png" Id="Rfe3488a7e4a44738" /><Relationship Type="http://schemas.openxmlformats.org/officeDocument/2006/relationships/notesSlide" Target="/ppt/notesSlides/notesSlide3.xml" Id="R3c85ab56439d4c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d6f3a7d1614cda" /><Relationship Type="http://schemas.openxmlformats.org/officeDocument/2006/relationships/image" Target="/ppt/media/image2.png" Id="R5374a86946a54271" /><Relationship Type="http://schemas.openxmlformats.org/officeDocument/2006/relationships/notesSlide" Target="/ppt/notesSlides/notesSlide4.xml" Id="Re7301e037c1a43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6d7324344c4f64" /><Relationship Type="http://schemas.openxmlformats.org/officeDocument/2006/relationships/image" Target="/ppt/media/image2.png" Id="Rce1fc234adf4483c" /><Relationship Type="http://schemas.openxmlformats.org/officeDocument/2006/relationships/notesSlide" Target="/ppt/notesSlides/notesSlide5.xml" Id="R21280ce94fdc40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4c0bd45df24f94" /><Relationship Type="http://schemas.openxmlformats.org/officeDocument/2006/relationships/image" Target="/ppt/media/image2.png" Id="R4664f6739d474184" /><Relationship Type="http://schemas.openxmlformats.org/officeDocument/2006/relationships/notesSlide" Target="/ppt/notesSlides/notesSlide6.xml" Id="R8fd017ca762f47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46dbe0972647d6" /><Relationship Type="http://schemas.openxmlformats.org/officeDocument/2006/relationships/image" Target="/ppt/media/image2.png" Id="Rb729ff477c2d45c8" /><Relationship Type="http://schemas.openxmlformats.org/officeDocument/2006/relationships/notesSlide" Target="/ppt/notesSlides/notesSlide7.xml" Id="R59db5ef3856746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093d477b444de0" /><Relationship Type="http://schemas.openxmlformats.org/officeDocument/2006/relationships/image" Target="/ppt/media/image2.png" Id="R234275f60b864ff2" /><Relationship Type="http://schemas.openxmlformats.org/officeDocument/2006/relationships/notesSlide" Target="/ppt/notesSlides/notesSlide8.xml" Id="R5e4b07baeb874f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7fa7d4a9a24050" /><Relationship Type="http://schemas.openxmlformats.org/officeDocument/2006/relationships/image" Target="/ppt/media/image2.png" Id="R2bc2eac85e644d60" /><Relationship Type="http://schemas.openxmlformats.org/officeDocument/2006/relationships/notesSlide" Target="/ppt/notesSlides/notesSlide9.xml" Id="Re88889f9058b4f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b85603ab4c4add" /><Relationship Type="http://schemas.openxmlformats.org/officeDocument/2006/relationships/image" Target="/ppt/media/image2.png" Id="Rdc5665147e344488" /><Relationship Type="http://schemas.openxmlformats.org/officeDocument/2006/relationships/notesSlide" Target="/ppt/notesSlides/notesSlide10.xml" Id="R6f5cb4af889043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cb4965dd5d4c02" /><Relationship Type="http://schemas.openxmlformats.org/officeDocument/2006/relationships/image" Target="/ppt/media/image2.png" Id="R44d985187f7e4602" /><Relationship Type="http://schemas.openxmlformats.org/officeDocument/2006/relationships/notesSlide" Target="/ppt/notesSlides/notesSlide11.xml" Id="R097c3e4dec484e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0b9f08cb724e6e" /><Relationship Type="http://schemas.openxmlformats.org/officeDocument/2006/relationships/image" Target="/ppt/media/image2.png" Id="Rab9624f8feb24ba1" /><Relationship Type="http://schemas.openxmlformats.org/officeDocument/2006/relationships/notesSlide" Target="/ppt/notesSlides/notesSlide12.xml" Id="R7d8699a5292d493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f1eb8ce57c458b" /><Relationship Type="http://schemas.openxmlformats.org/officeDocument/2006/relationships/image" Target="/ppt/media/image2.png" Id="R747bff041981426c" /><Relationship Type="http://schemas.openxmlformats.org/officeDocument/2006/relationships/notesSlide" Target="/ppt/notesSlides/notesSlide13.xml" Id="R1a025c09fd564a1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a3c1345a33443f" /><Relationship Type="http://schemas.openxmlformats.org/officeDocument/2006/relationships/image" Target="/ppt/media/image2.png" Id="Rce6ce11d2601476b" /><Relationship Type="http://schemas.openxmlformats.org/officeDocument/2006/relationships/notesSlide" Target="/ppt/notesSlides/notesSlide14.xml" Id="R6c15bb0c07fa4a1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7361359f964903" /><Relationship Type="http://schemas.openxmlformats.org/officeDocument/2006/relationships/image" Target="/ppt/media/image2.png" Id="R5f835c578996455b" /><Relationship Type="http://schemas.openxmlformats.org/officeDocument/2006/relationships/notesSlide" Target="/ppt/notesSlides/notesSlide15.xml" Id="R3aad6e1b92d1402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2a1126b9b74d0d" /><Relationship Type="http://schemas.openxmlformats.org/officeDocument/2006/relationships/image" Target="/ppt/media/image2.png" Id="R115cb1ed19d24a95" /><Relationship Type="http://schemas.openxmlformats.org/officeDocument/2006/relationships/notesSlide" Target="/ppt/notesSlides/notesSlide16.xml" Id="R1b0d99c7f4cf489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c42af9c339432b" /><Relationship Type="http://schemas.openxmlformats.org/officeDocument/2006/relationships/image" Target="/ppt/media/image2.png" Id="R72a813bbfddd4621" /><Relationship Type="http://schemas.openxmlformats.org/officeDocument/2006/relationships/notesSlide" Target="/ppt/notesSlides/notesSlide17.xml" Id="Rf77ad62ec19a40d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a5f14672a34d84" /><Relationship Type="http://schemas.openxmlformats.org/officeDocument/2006/relationships/image" Target="/ppt/media/image2.png" Id="R12e5d99c3c184bd3" /><Relationship Type="http://schemas.openxmlformats.org/officeDocument/2006/relationships/notesSlide" Target="/ppt/notesSlides/notesSlide18.xml" Id="R4576635e029247d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211fc647d548fd" /><Relationship Type="http://schemas.openxmlformats.org/officeDocument/2006/relationships/image" Target="/ppt/media/image2.png" Id="R922f0e94d6bf4aec" /><Relationship Type="http://schemas.openxmlformats.org/officeDocument/2006/relationships/notesSlide" Target="/ppt/notesSlides/notesSlide19.xml" Id="Rac587e792f7f458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909b8fb7d643e5" /><Relationship Type="http://schemas.openxmlformats.org/officeDocument/2006/relationships/image" Target="/ppt/media/image2.png" Id="R5faff443994f420a" /><Relationship Type="http://schemas.openxmlformats.org/officeDocument/2006/relationships/notesSlide" Target="/ppt/notesSlides/notesSlide20.xml" Id="Rc70bc5ea00b1481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89f6552d90497a" /><Relationship Type="http://schemas.openxmlformats.org/officeDocument/2006/relationships/image" Target="/ppt/media/image.png" Id="Rcf52a76dc811469b" /><Relationship Type="http://schemas.openxmlformats.org/officeDocument/2006/relationships/image" Target="/ppt/media/image2.png" Id="R7768e83644454fa1" /><Relationship Type="http://schemas.openxmlformats.org/officeDocument/2006/relationships/notesSlide" Target="/ppt/notesSlides/notesSlide21.xml" Id="R7c23334fa43042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0c5c3ae7149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9d1830e134b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Matematika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Aktuaria 2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Lienda Noviyanti,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Matematika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Aktuaria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f90a2fdf04f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Matematika Aktuaria 2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77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Mata kuliah Matematika Aktuaria 2 berada pada jembatan antara teori probabilitas, statistika kelangsungan hidup, komputasi aktuaria, dan penilaian produk asuransi.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matematika aktuaria 2 dan pendahuluan multiple…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simple contingent function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Asuransi jiwa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Pensiun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Manajemen risiko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Keuangan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Mortalitas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Regulasi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488a7e4a44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matematika aktuaria 2 dan pendahuluan multiple life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simple contingent function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4a86946a542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Pendahuluan, Joint, Probabilitas dan, Multiple Life pada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Produk Asuransi, Anuitas Dua, Simple Contingent, UTS: Evaluasi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Multiple Decrement, Associated Single, Central Rates of, Konstruksi dan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Insurance dan, Perhitungan, Perhitungan, UAS: Solusi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fc234adf448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Matematika Aktuaria 2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4f6739d4741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9ff477c2d45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Pendahuluan, Joint, Probabilitas dan, Multiple Life pada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Multiple Life…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Joint Distributions of Future…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Probabilitas dan Ekspektasi Dua…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Multiple Life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Joint Distributions of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Probabilitas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Multiple Life pada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Produk Asuransi Dua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275f60b864f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Probabilitas dan, Multiple Life pada, Produk Asuransi, Anuitas Dua, Simple Contingent, UTS…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620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Probabilitas dan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214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dan menggunakan konsep peluang…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Multiple Life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01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dan menggunakan konsep narasi…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75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Produk Asuransi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dan menggunakan konsep…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Anuitas Dua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dan menggunakan konsep…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Simple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dan menggunakan konsep…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Evaluasi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246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dan menggunakan konsep desain…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Multiple Life pada Asuransi Pasangan dan Keluarga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Simple Contingent Function dan Asumsi Mortalitas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c2eac85e644d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Anuitas Dua Kehidupan dan Special Two-Life Annuities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Produk Asuransi Dua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Menjelaskan dan…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Anuitas Dua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Menjelaskan dan…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Simple Contingent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Menjelaskan dan…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Evaluasi Produk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Menjelaskan dan…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Multiple Decrement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Menjelaskan dan…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5665147e3444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985187f7e46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624f8feb24b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bff041981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Multiple Decrement, Associated Single, Central Rates of, Konstruksi dan, Insurance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Multiple Decrement Theory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Central Rates of Multiple Decrement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Insurance dan Annuity: Continuous dan Discrete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Multiple Decrement Theory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Associated Single Decrement Table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Central Rates of Multiple Decrement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Konstruksi dan Implementasi MD Table…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Insurance dan Annuity: Continuous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ce11d260147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35c57899645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Associated Single Decrement Table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Central Rates of Multiple Decrement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Konstruksi dan Implementasi MD Table…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Insurance dan Annuity: Continuous dan…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Perhitungan Benefit Premium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Perhitungan Benefit Reserve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cb1ed19d24a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813bbfddd46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5d99c3c184b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Central Rates of Multiple…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Konstruksi dan Implementasi MD…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Insurance dan Annuity: Continuous…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Perhitungan Benefit Premium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Perhitungan Benefit Reserve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UAS: Solusi Inovatif Produk…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f0e94d6bf4a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Multiple Life…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Joint Distributions of…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Produk Asuransi Dua…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Evaluasi Produk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Associated Single…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Perhitungan Benefit…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ff443994f42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Matematika Aktuaria 2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2a76dc81146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68e83644454f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Matematika Aktuaria 2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Matematika Aktuaria 2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2026-06-22T07:45:04.1190000Z</dcterms:created>
  <dcterms:modified xsi:type="dcterms:W3CDTF">2026-06-22T07:45:04.1190000Z</dcterms:modified>
</coreProperties>
</file>