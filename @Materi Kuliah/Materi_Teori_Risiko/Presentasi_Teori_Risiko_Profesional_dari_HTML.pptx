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25690d1d174d5b" /><Relationship Type="http://schemas.openxmlformats.org/officeDocument/2006/relationships/extended-properties" Target="/docProps/app.xml" Id="R914293b66be9459e" /><Relationship Type="http://schemas.openxmlformats.org/officeDocument/2006/relationships/officeDocument" Target="/ppt/presentation.xml" Id="Ra570aab666e540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12bac4a38348b4"/>
  </p:sldMasterIdLst>
  <p:notesMasterIdLst>
    <p:notesMasterId xmlns:r="http://schemas.openxmlformats.org/officeDocument/2006/relationships" r:id="Rcf2d7715030b4bd8"/>
  </p:notesMasterIdLst>
  <p:sldIdLst>
    <p:sldId xmlns:r="http://schemas.openxmlformats.org/officeDocument/2006/relationships" id="256" r:id="R4e65620b71c648df"/>
    <p:sldId xmlns:r="http://schemas.openxmlformats.org/officeDocument/2006/relationships" id="257" r:id="Rda2fcaaf6d464f70"/>
    <p:sldId xmlns:r="http://schemas.openxmlformats.org/officeDocument/2006/relationships" id="258" r:id="R76fc270acf70408c"/>
    <p:sldId xmlns:r="http://schemas.openxmlformats.org/officeDocument/2006/relationships" id="259" r:id="R416c6e61712e4d66"/>
    <p:sldId xmlns:r="http://schemas.openxmlformats.org/officeDocument/2006/relationships" id="260" r:id="Ra11aa4bf1b3f4ab0"/>
    <p:sldId xmlns:r="http://schemas.openxmlformats.org/officeDocument/2006/relationships" id="261" r:id="Rf70896064b6f4776"/>
    <p:sldId xmlns:r="http://schemas.openxmlformats.org/officeDocument/2006/relationships" id="262" r:id="R45dedfc220804337"/>
    <p:sldId xmlns:r="http://schemas.openxmlformats.org/officeDocument/2006/relationships" id="263" r:id="Rd55e5b69e66a4f5c"/>
    <p:sldId xmlns:r="http://schemas.openxmlformats.org/officeDocument/2006/relationships" id="264" r:id="R053736b606e24d9c"/>
    <p:sldId xmlns:r="http://schemas.openxmlformats.org/officeDocument/2006/relationships" id="265" r:id="R2eaacf0a379b48f8"/>
    <p:sldId xmlns:r="http://schemas.openxmlformats.org/officeDocument/2006/relationships" id="266" r:id="R8b63c8ef37cb4f60"/>
    <p:sldId xmlns:r="http://schemas.openxmlformats.org/officeDocument/2006/relationships" id="267" r:id="Rd3b9ff0bf1744e0a"/>
    <p:sldId xmlns:r="http://schemas.openxmlformats.org/officeDocument/2006/relationships" id="268" r:id="R387418a85e5242d8"/>
    <p:sldId xmlns:r="http://schemas.openxmlformats.org/officeDocument/2006/relationships" id="269" r:id="Rba086ee49be64c24"/>
    <p:sldId xmlns:r="http://schemas.openxmlformats.org/officeDocument/2006/relationships" id="270" r:id="R2cd9da71c1e5460a"/>
    <p:sldId xmlns:r="http://schemas.openxmlformats.org/officeDocument/2006/relationships" id="271" r:id="R5eed645a98a14e8d"/>
    <p:sldId xmlns:r="http://schemas.openxmlformats.org/officeDocument/2006/relationships" id="272" r:id="R46a80307cccc4692"/>
    <p:sldId xmlns:r="http://schemas.openxmlformats.org/officeDocument/2006/relationships" id="273" r:id="R4cccca983d3947a9"/>
    <p:sldId xmlns:r="http://schemas.openxmlformats.org/officeDocument/2006/relationships" id="274" r:id="R515df67e9e574d4f"/>
    <p:sldId xmlns:r="http://schemas.openxmlformats.org/officeDocument/2006/relationships" id="275" r:id="Rc5bfa69cfeaa44a0"/>
    <p:sldId xmlns:r="http://schemas.openxmlformats.org/officeDocument/2006/relationships" id="276" r:id="Rbba305e6070547f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8e7e3d6aa1455f" /><Relationship Type="http://schemas.openxmlformats.org/officeDocument/2006/relationships/slideMaster" Target="/ppt/slideMasters/slideMaster1.xml" Id="Rdb12bac4a38348b4" /><Relationship Type="http://schemas.openxmlformats.org/officeDocument/2006/relationships/notesMaster" Target="/ppt/notesMasters/notesMaster1.xml" Id="Rcf2d7715030b4bd8" /><Relationship Type="http://schemas.openxmlformats.org/officeDocument/2006/relationships/presProps" Target="/ppt/presProps.xml" Id="R3b35b7289edd4347" /><Relationship Type="http://schemas.openxmlformats.org/officeDocument/2006/relationships/tableStyles" Target="/ppt/tableStyles.xml" Id="Rd3bf0efd6d104d29" /><Relationship Type="http://schemas.openxmlformats.org/officeDocument/2006/relationships/slide" Target="/ppt/slides/slide1.xml" Id="R4e65620b71c648df" /><Relationship Type="http://schemas.openxmlformats.org/officeDocument/2006/relationships/slide" Target="/ppt/slides/slide2.xml" Id="Rda2fcaaf6d464f70" /><Relationship Type="http://schemas.openxmlformats.org/officeDocument/2006/relationships/slide" Target="/ppt/slides/slide3.xml" Id="R76fc270acf70408c" /><Relationship Type="http://schemas.openxmlformats.org/officeDocument/2006/relationships/slide" Target="/ppt/slides/slide4.xml" Id="R416c6e61712e4d66" /><Relationship Type="http://schemas.openxmlformats.org/officeDocument/2006/relationships/slide" Target="/ppt/slides/slide5.xml" Id="Ra11aa4bf1b3f4ab0" /><Relationship Type="http://schemas.openxmlformats.org/officeDocument/2006/relationships/slide" Target="/ppt/slides/slide6.xml" Id="Rf70896064b6f4776" /><Relationship Type="http://schemas.openxmlformats.org/officeDocument/2006/relationships/slide" Target="/ppt/slides/slide7.xml" Id="R45dedfc220804337" /><Relationship Type="http://schemas.openxmlformats.org/officeDocument/2006/relationships/slide" Target="/ppt/slides/slide8.xml" Id="Rd55e5b69e66a4f5c" /><Relationship Type="http://schemas.openxmlformats.org/officeDocument/2006/relationships/slide" Target="/ppt/slides/slide9.xml" Id="R053736b606e24d9c" /><Relationship Type="http://schemas.openxmlformats.org/officeDocument/2006/relationships/slide" Target="/ppt/slides/slide10.xml" Id="R2eaacf0a379b48f8" /><Relationship Type="http://schemas.openxmlformats.org/officeDocument/2006/relationships/slide" Target="/ppt/slides/slide11.xml" Id="R8b63c8ef37cb4f60" /><Relationship Type="http://schemas.openxmlformats.org/officeDocument/2006/relationships/slide" Target="/ppt/slides/slide12.xml" Id="Rd3b9ff0bf1744e0a" /><Relationship Type="http://schemas.openxmlformats.org/officeDocument/2006/relationships/slide" Target="/ppt/slides/slide13.xml" Id="R387418a85e5242d8" /><Relationship Type="http://schemas.openxmlformats.org/officeDocument/2006/relationships/slide" Target="/ppt/slides/slide14.xml" Id="Rba086ee49be64c24" /><Relationship Type="http://schemas.openxmlformats.org/officeDocument/2006/relationships/slide" Target="/ppt/slides/slide15.xml" Id="R2cd9da71c1e5460a" /><Relationship Type="http://schemas.openxmlformats.org/officeDocument/2006/relationships/slide" Target="/ppt/slides/slide16.xml" Id="R5eed645a98a14e8d" /><Relationship Type="http://schemas.openxmlformats.org/officeDocument/2006/relationships/slide" Target="/ppt/slides/slide17.xml" Id="R46a80307cccc4692" /><Relationship Type="http://schemas.openxmlformats.org/officeDocument/2006/relationships/slide" Target="/ppt/slides/slide18.xml" Id="R4cccca983d3947a9" /><Relationship Type="http://schemas.openxmlformats.org/officeDocument/2006/relationships/slide" Target="/ppt/slides/slide19.xml" Id="R515df67e9e574d4f" /><Relationship Type="http://schemas.openxmlformats.org/officeDocument/2006/relationships/slide" Target="/ppt/slides/slide20.xml" Id="Rc5bfa69cfeaa44a0" /><Relationship Type="http://schemas.openxmlformats.org/officeDocument/2006/relationships/slide" Target="/ppt/slides/slide21.xml" Id="Rbba305e6070547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56ce783afa4c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b3a02501064e11" /><Relationship Type="http://schemas.openxmlformats.org/officeDocument/2006/relationships/notesMaster" Target="/ppt/notesMasters/notesMaster1.xml" Id="Rd3e81fe75bea4e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4f5396be8942c4" /><Relationship Type="http://schemas.openxmlformats.org/officeDocument/2006/relationships/notesMaster" Target="/ppt/notesMasters/notesMaster1.xml" Id="R36a101a21adb42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c735de589c4ce5" /><Relationship Type="http://schemas.openxmlformats.org/officeDocument/2006/relationships/notesMaster" Target="/ppt/notesMasters/notesMaster1.xml" Id="R54e3716f4d824e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00bddb7a2645eb" /><Relationship Type="http://schemas.openxmlformats.org/officeDocument/2006/relationships/notesMaster" Target="/ppt/notesMasters/notesMaster1.xml" Id="Rad7be85ba64b41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453d3e1f554ffb" /><Relationship Type="http://schemas.openxmlformats.org/officeDocument/2006/relationships/notesMaster" Target="/ppt/notesMasters/notesMaster1.xml" Id="R6d420f80d93d42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109b46b9164033" /><Relationship Type="http://schemas.openxmlformats.org/officeDocument/2006/relationships/notesMaster" Target="/ppt/notesMasters/notesMaster1.xml" Id="R954149166c954b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7414db3dcb489d" /><Relationship Type="http://schemas.openxmlformats.org/officeDocument/2006/relationships/notesMaster" Target="/ppt/notesMasters/notesMaster1.xml" Id="Re5371158ac2847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4689a449624379" /><Relationship Type="http://schemas.openxmlformats.org/officeDocument/2006/relationships/notesMaster" Target="/ppt/notesMasters/notesMaster1.xml" Id="R786635fcd16b4d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23b85890b94861" /><Relationship Type="http://schemas.openxmlformats.org/officeDocument/2006/relationships/notesMaster" Target="/ppt/notesMasters/notesMaster1.xml" Id="Rb2fc6318f61749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9e8301a4424422" /><Relationship Type="http://schemas.openxmlformats.org/officeDocument/2006/relationships/notesMaster" Target="/ppt/notesMasters/notesMaster1.xml" Id="Rd0b263555e0744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d169dbd1914246" /><Relationship Type="http://schemas.openxmlformats.org/officeDocument/2006/relationships/notesMaster" Target="/ppt/notesMasters/notesMaster1.xml" Id="R7df65ecab8594f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e3bdcbd8364150" /><Relationship Type="http://schemas.openxmlformats.org/officeDocument/2006/relationships/notesMaster" Target="/ppt/notesMasters/notesMaster1.xml" Id="Ra8c6bbf8de084b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a7412dcaa5649ad" /><Relationship Type="http://schemas.openxmlformats.org/officeDocument/2006/relationships/notesMaster" Target="/ppt/notesMasters/notesMaster1.xml" Id="Rf296f714d49a4b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6ae296578364ff2" /><Relationship Type="http://schemas.openxmlformats.org/officeDocument/2006/relationships/notesMaster" Target="/ppt/notesMasters/notesMaster1.xml" Id="R3ed6ef42027446e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50bd24761714f81" /><Relationship Type="http://schemas.openxmlformats.org/officeDocument/2006/relationships/notesMaster" Target="/ppt/notesMasters/notesMaster1.xml" Id="R13e6d58a5021488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ba1dfd4a84a463c" /><Relationship Type="http://schemas.openxmlformats.org/officeDocument/2006/relationships/notesMaster" Target="/ppt/notesMasters/notesMaster1.xml" Id="R450a5e7cfb5645d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17853dcc0e14adc" /><Relationship Type="http://schemas.openxmlformats.org/officeDocument/2006/relationships/notesMaster" Target="/ppt/notesMasters/notesMaster1.xml" Id="R5adc6f9a4fd542b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972b539045a499e" /><Relationship Type="http://schemas.openxmlformats.org/officeDocument/2006/relationships/notesMaster" Target="/ppt/notesMasters/notesMaster1.xml" Id="Re532298f88994ae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4b0f0e82ead4696" /><Relationship Type="http://schemas.openxmlformats.org/officeDocument/2006/relationships/notesMaster" Target="/ppt/notesMasters/notesMaster1.xml" Id="Rdbb452a892c34d7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aa1440bcdc54ada" /><Relationship Type="http://schemas.openxmlformats.org/officeDocument/2006/relationships/notesMaster" Target="/ppt/notesMasters/notesMaster1.xml" Id="Rf586a0d9fc49474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8ab253330ee48e9" /><Relationship Type="http://schemas.openxmlformats.org/officeDocument/2006/relationships/notesMaster" Target="/ppt/notesMasters/notesMaster1.xml" Id="R1f854861d2624e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6bc0d5ccde46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9bea9836d2455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825821857246cc" /><Relationship Type="http://schemas.openxmlformats.org/officeDocument/2006/relationships/slideLayout" Target="/ppt/slideLayouts/slideLayout1.xml" Id="R4f8d4a3b94a3412d" /><Relationship Type="http://schemas.openxmlformats.org/officeDocument/2006/relationships/slideLayout" Target="/ppt/slideLayouts/slideLayout2.xml" Id="Ra8e65d81d45e4b9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8d4a3b94a3412d"/>
    <p:sldLayoutId xmlns:r="http://schemas.openxmlformats.org/officeDocument/2006/relationships" id="2147483650" r:id="Ra8e65d81d45e4b9e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178d759de649df" /><Relationship Type="http://schemas.openxmlformats.org/officeDocument/2006/relationships/image" Target="/ppt/media/image.png" Id="Rda99269c39f14764" /><Relationship Type="http://schemas.openxmlformats.org/officeDocument/2006/relationships/image" Target="/ppt/media/image2.png" Id="R4c2ad1ae2f8f477c" /><Relationship Type="http://schemas.openxmlformats.org/officeDocument/2006/relationships/notesSlide" Target="/ppt/notesSlides/notesSlide1.xml" Id="R9701da2f5c504e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ab5aa352ba4476" /><Relationship Type="http://schemas.openxmlformats.org/officeDocument/2006/relationships/image" Target="/ppt/media/image2.png" Id="R097f5586b1644d2a" /><Relationship Type="http://schemas.openxmlformats.org/officeDocument/2006/relationships/notesSlide" Target="/ppt/notesSlides/notesSlide2.xml" Id="Re8d63e88dbc046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d0004fa8874aa0" /><Relationship Type="http://schemas.openxmlformats.org/officeDocument/2006/relationships/image" Target="/ppt/media/image2.png" Id="R86f3fa627edd4592" /><Relationship Type="http://schemas.openxmlformats.org/officeDocument/2006/relationships/notesSlide" Target="/ppt/notesSlides/notesSlide3.xml" Id="R0183e0cc61074b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554dcb81ff4424" /><Relationship Type="http://schemas.openxmlformats.org/officeDocument/2006/relationships/image" Target="/ppt/media/image2.png" Id="R89ae9711bb6d4808" /><Relationship Type="http://schemas.openxmlformats.org/officeDocument/2006/relationships/notesSlide" Target="/ppt/notesSlides/notesSlide4.xml" Id="R1cb2034a8ec64f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242b08463848bd" /><Relationship Type="http://schemas.openxmlformats.org/officeDocument/2006/relationships/image" Target="/ppt/media/image2.png" Id="R28952d3036824898" /><Relationship Type="http://schemas.openxmlformats.org/officeDocument/2006/relationships/notesSlide" Target="/ppt/notesSlides/notesSlide5.xml" Id="R620f252d9d8d48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6e809bf5934c93" /><Relationship Type="http://schemas.openxmlformats.org/officeDocument/2006/relationships/image" Target="/ppt/media/image2.png" Id="Rc53d8737ebf0447a" /><Relationship Type="http://schemas.openxmlformats.org/officeDocument/2006/relationships/notesSlide" Target="/ppt/notesSlides/notesSlide6.xml" Id="R79ce30c377fd49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9f6624c00d4e43" /><Relationship Type="http://schemas.openxmlformats.org/officeDocument/2006/relationships/image" Target="/ppt/media/image2.png" Id="R53d594f23c8341b7" /><Relationship Type="http://schemas.openxmlformats.org/officeDocument/2006/relationships/notesSlide" Target="/ppt/notesSlides/notesSlide7.xml" Id="R8d2f5302be7041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f940eca7504869" /><Relationship Type="http://schemas.openxmlformats.org/officeDocument/2006/relationships/image" Target="/ppt/media/image2.png" Id="R42875d020a214b2d" /><Relationship Type="http://schemas.openxmlformats.org/officeDocument/2006/relationships/notesSlide" Target="/ppt/notesSlides/notesSlide8.xml" Id="Re6ae69bc26d645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ac09dc4866486a" /><Relationship Type="http://schemas.openxmlformats.org/officeDocument/2006/relationships/image" Target="/ppt/media/image2.png" Id="Rf98f46436ff74cb6" /><Relationship Type="http://schemas.openxmlformats.org/officeDocument/2006/relationships/notesSlide" Target="/ppt/notesSlides/notesSlide9.xml" Id="Rcf15864fc02845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3d08e6fe5f4fb8" /><Relationship Type="http://schemas.openxmlformats.org/officeDocument/2006/relationships/image" Target="/ppt/media/image2.png" Id="Rc42bcf4285064c0a" /><Relationship Type="http://schemas.openxmlformats.org/officeDocument/2006/relationships/notesSlide" Target="/ppt/notesSlides/notesSlide10.xml" Id="R5ed62f9ea82147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0e9af909e9460e" /><Relationship Type="http://schemas.openxmlformats.org/officeDocument/2006/relationships/image" Target="/ppt/media/image2.png" Id="R59d1fe24d1d04fa5" /><Relationship Type="http://schemas.openxmlformats.org/officeDocument/2006/relationships/notesSlide" Target="/ppt/notesSlides/notesSlide11.xml" Id="R86f4248579d549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e2e6ad2f434414" /><Relationship Type="http://schemas.openxmlformats.org/officeDocument/2006/relationships/image" Target="/ppt/media/image2.png" Id="R69e90230121847e8" /><Relationship Type="http://schemas.openxmlformats.org/officeDocument/2006/relationships/notesSlide" Target="/ppt/notesSlides/notesSlide12.xml" Id="Ra21424975bd040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040326020a43ae" /><Relationship Type="http://schemas.openxmlformats.org/officeDocument/2006/relationships/image" Target="/ppt/media/image2.png" Id="R2d73c0e378e74f16" /><Relationship Type="http://schemas.openxmlformats.org/officeDocument/2006/relationships/notesSlide" Target="/ppt/notesSlides/notesSlide13.xml" Id="Re32157250dab49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85ca0ebdb442ea" /><Relationship Type="http://schemas.openxmlformats.org/officeDocument/2006/relationships/image" Target="/ppt/media/image2.png" Id="R7e82715882334bf5" /><Relationship Type="http://schemas.openxmlformats.org/officeDocument/2006/relationships/notesSlide" Target="/ppt/notesSlides/notesSlide14.xml" Id="R144d814554214f8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3dbaab44204e58" /><Relationship Type="http://schemas.openxmlformats.org/officeDocument/2006/relationships/image" Target="/ppt/media/image2.png" Id="Re2aa298418b44082" /><Relationship Type="http://schemas.openxmlformats.org/officeDocument/2006/relationships/notesSlide" Target="/ppt/notesSlides/notesSlide15.xml" Id="R7e3eefee6d9c4f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e3b3370f344973" /><Relationship Type="http://schemas.openxmlformats.org/officeDocument/2006/relationships/image" Target="/ppt/media/image2.png" Id="R125e135568f34ed3" /><Relationship Type="http://schemas.openxmlformats.org/officeDocument/2006/relationships/notesSlide" Target="/ppt/notesSlides/notesSlide16.xml" Id="R7675c494211f46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11bc91dc6d467a" /><Relationship Type="http://schemas.openxmlformats.org/officeDocument/2006/relationships/image" Target="/ppt/media/image2.png" Id="R893d5c50d1784e4e" /><Relationship Type="http://schemas.openxmlformats.org/officeDocument/2006/relationships/notesSlide" Target="/ppt/notesSlides/notesSlide17.xml" Id="Rf1786ee05231449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5f3080b1f4482c" /><Relationship Type="http://schemas.openxmlformats.org/officeDocument/2006/relationships/image" Target="/ppt/media/image2.png" Id="R6dec4ade1a3f4418" /><Relationship Type="http://schemas.openxmlformats.org/officeDocument/2006/relationships/notesSlide" Target="/ppt/notesSlides/notesSlide18.xml" Id="Ra7ab1e68a63f4ee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3e1e11d5f3426a" /><Relationship Type="http://schemas.openxmlformats.org/officeDocument/2006/relationships/image" Target="/ppt/media/image2.png" Id="R5b1636c2e3014b85" /><Relationship Type="http://schemas.openxmlformats.org/officeDocument/2006/relationships/notesSlide" Target="/ppt/notesSlides/notesSlide19.xml" Id="R88553d0371ad422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a3691760b34b78" /><Relationship Type="http://schemas.openxmlformats.org/officeDocument/2006/relationships/image" Target="/ppt/media/image2.png" Id="R08fa58637bc44faf" /><Relationship Type="http://schemas.openxmlformats.org/officeDocument/2006/relationships/notesSlide" Target="/ppt/notesSlides/notesSlide20.xml" Id="Ra46efcf78ddb40b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5602a2e96e41a7" /><Relationship Type="http://schemas.openxmlformats.org/officeDocument/2006/relationships/image" Target="/ppt/media/image.png" Id="Reaf4d070dad24eef" /><Relationship Type="http://schemas.openxmlformats.org/officeDocument/2006/relationships/image" Target="/ppt/media/image2.png" Id="R71a82074d31a489f" /><Relationship Type="http://schemas.openxmlformats.org/officeDocument/2006/relationships/notesSlide" Target="/ppt/notesSlides/notesSlide21.xml" Id="R60ff483b7bef47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9269c39f147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2ad1ae2f8f47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Teori Risiko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Lienda Noviyanti,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Teori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Risiko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7f5586b1644d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Teori Risiko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ini membahas integrasi konsep awal sampai evaluasi distribusi dalam kerangka Teori Risiko.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teori risiko dan teori risiko secara kritis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2. risiko murni, risiko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Aktuaria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Keuangan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Asuransi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Bencana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Regulasi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3fa627edd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teori risiko dan teori risiko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2. risiko murni, risiko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e9711bb6d4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Teori Risiko, Petunjuk, Peta Capaian, Ringkasan Formula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Rencana Praktikum, Etika, Validitas, Bab 2. Risiko, Bab 3.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Ukuran, Bab 5. Distribusi, Bab 6. Distribusi, Bab 7. Estimasi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8. UTS: Proyek, Bab 9. Agregasi, Bab 10. Simulasi, Bab 11. Value at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52d30368248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Teori Risiko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d8737ebf0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594f23c83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Teori Risiko, Petunjuk, Peta Capaian, Ringkasan Formula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Teori Risiko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Petunjuk Penggunaan Materi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10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Capaian Pembelajaran dan…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Teori Risiko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Petunjuk Penggunaan Materi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Peta Capaian Pembelajaran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Ringkasan Formula Inti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Rencana Praktikum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875d020a214b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Peta Capaian, Ringkasan Formula, Rencana Praktikum, Etika, Validitas, Bab 2. Risiko, Bab 3.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Peta Capaian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Memahami konsep, asumsi, dan penerapan…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Ringkasan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Rata-rata kerugian atau expected loss…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Rencana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Praktikum diarahkan agar mahasiswa mampu…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Etika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Dalam pembelajaran Teori Risiko, ukuran…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2. Risiko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bab 2.…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3.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bab 3.…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E[X]=Σ_x x f(x) untuk diskrit, E[X]=∫_-^ x f(x)\,dx …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Jika N dan X_i saling bebas, serta X_i identik berdistribusi…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8f46436ff74c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Jika N dan X_i saling bebas, serta X_i identik berdistribusi dengan…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Rencana Praktikum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Praktikum…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Etika, Validitas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Dalam pembelajaran…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2. Risiko Murni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3. Identifikasi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4. Ukuran Risiko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bcf4285064c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Jika N dan X_i saling bebas, serta X_i identik berdistribusi dengan rata-rata μ_X dan…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1fe24d1d0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902301218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3c0e378e74f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4. Ukuran, Bab 5. Distribusi, Bab 6. Distribusi, Bab 7. Estimasi, Bab 8. UTS: Proyek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Jika N dan X_i saling bebas, serta X_i identik…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Jika N dan X_i saling bebas, serta X_i identik…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Jika N dan X_i saling bebas, serta X_i identik…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4. Ukuran Risiko Dasar: Mean…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5. Distribusi Diskrit untuk…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6. Distribusi Kontinu untuk…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Estimasi Parameter dan Goodness…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8. UTS: Proyek Pendahuluan Analisis…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2715882334b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a298418b4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5. Distribusi Diskrit untuk…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6. Distribusi Kontinu untuk…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7. Estimasi Parameter dan Goodness…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8. UTS: Proyek Pendahuluan…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9. Agregasi Risiko dan Model…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10. Simulasi Monte Carlo untuk…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e135568f34e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d5c50d178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c4ade1a3f44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6. Distribusi Kontinu untuk…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7. Estimasi Parameter dan…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8. UTS: Proyek Pendahuluan…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9. Agregasi Risiko dan Model…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10. Simulasi Monte Carlo untuk…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11. Value at Risk, TVaR,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636c2e3014b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Teori Risiko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Petunjuk Penggunaan Materi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Rencana Praktikum…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3. Identifikasi…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5. Distribusi Diskrit…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10. Simulasi Monte…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fa58637bc44f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Risiko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4d070dad24e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82074d31a48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Teori Risiko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Teori Risiko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2026-06-22T07:45:30.6780000Z</dcterms:created>
  <dcterms:modified xsi:type="dcterms:W3CDTF">2026-06-22T07:45:30.6780000Z</dcterms:modified>
</coreProperties>
</file>