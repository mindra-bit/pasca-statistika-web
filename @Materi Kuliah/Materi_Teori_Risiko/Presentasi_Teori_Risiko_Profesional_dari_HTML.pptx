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4586ff05784621" /><Relationship Type="http://schemas.openxmlformats.org/officeDocument/2006/relationships/extended-properties" Target="/docProps/app.xml" Id="R524e617721b94c9b" /><Relationship Type="http://schemas.openxmlformats.org/officeDocument/2006/relationships/officeDocument" Target="/ppt/presentation.xml" Id="R61a6f185270143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7910bee36044bd"/>
  </p:sldMasterIdLst>
  <p:notesMasterIdLst>
    <p:notesMasterId xmlns:r="http://schemas.openxmlformats.org/officeDocument/2006/relationships" r:id="R9f0eb2788665426e"/>
  </p:notesMasterIdLst>
  <p:sldIdLst>
    <p:sldId xmlns:r="http://schemas.openxmlformats.org/officeDocument/2006/relationships" id="256" r:id="R9a638042a1a345fa"/>
    <p:sldId xmlns:r="http://schemas.openxmlformats.org/officeDocument/2006/relationships" id="257" r:id="R306c29a6829647fd"/>
    <p:sldId xmlns:r="http://schemas.openxmlformats.org/officeDocument/2006/relationships" id="258" r:id="Rabded83dbbf7402c"/>
    <p:sldId xmlns:r="http://schemas.openxmlformats.org/officeDocument/2006/relationships" id="259" r:id="Rba66a8e8c85744d5"/>
    <p:sldId xmlns:r="http://schemas.openxmlformats.org/officeDocument/2006/relationships" id="260" r:id="R14091bb92de543df"/>
    <p:sldId xmlns:r="http://schemas.openxmlformats.org/officeDocument/2006/relationships" id="261" r:id="Rd4bd31fa0a464a96"/>
    <p:sldId xmlns:r="http://schemas.openxmlformats.org/officeDocument/2006/relationships" id="262" r:id="R62b2f758ea424274"/>
    <p:sldId xmlns:r="http://schemas.openxmlformats.org/officeDocument/2006/relationships" id="263" r:id="R6288edef38e14951"/>
    <p:sldId xmlns:r="http://schemas.openxmlformats.org/officeDocument/2006/relationships" id="264" r:id="R0327332a8c734a1f"/>
    <p:sldId xmlns:r="http://schemas.openxmlformats.org/officeDocument/2006/relationships" id="265" r:id="Re6d49510bb544b40"/>
    <p:sldId xmlns:r="http://schemas.openxmlformats.org/officeDocument/2006/relationships" id="266" r:id="Rf691657ae3bb44f4"/>
    <p:sldId xmlns:r="http://schemas.openxmlformats.org/officeDocument/2006/relationships" id="267" r:id="R7a5f6ebee5d44071"/>
    <p:sldId xmlns:r="http://schemas.openxmlformats.org/officeDocument/2006/relationships" id="268" r:id="R073677d3c8324b56"/>
    <p:sldId xmlns:r="http://schemas.openxmlformats.org/officeDocument/2006/relationships" id="269" r:id="R08b5554eb72249f0"/>
    <p:sldId xmlns:r="http://schemas.openxmlformats.org/officeDocument/2006/relationships" id="270" r:id="R0549a320272d483a"/>
    <p:sldId xmlns:r="http://schemas.openxmlformats.org/officeDocument/2006/relationships" id="271" r:id="Rdf7f1633aaee4183"/>
    <p:sldId xmlns:r="http://schemas.openxmlformats.org/officeDocument/2006/relationships" id="272" r:id="R698fab832c004e54"/>
    <p:sldId xmlns:r="http://schemas.openxmlformats.org/officeDocument/2006/relationships" id="273" r:id="R6b4908e9210c4409"/>
    <p:sldId xmlns:r="http://schemas.openxmlformats.org/officeDocument/2006/relationships" id="274" r:id="R643fef40706e48ee"/>
    <p:sldId xmlns:r="http://schemas.openxmlformats.org/officeDocument/2006/relationships" id="275" r:id="R381e5b30f80e4c18"/>
    <p:sldId xmlns:r="http://schemas.openxmlformats.org/officeDocument/2006/relationships" id="276" r:id="Rb7f7fdfd906c4c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d6e1c54a58467a" /><Relationship Type="http://schemas.openxmlformats.org/officeDocument/2006/relationships/slideMaster" Target="/ppt/slideMasters/slideMaster1.xml" Id="Rb97910bee36044bd" /><Relationship Type="http://schemas.openxmlformats.org/officeDocument/2006/relationships/notesMaster" Target="/ppt/notesMasters/notesMaster1.xml" Id="R9f0eb2788665426e" /><Relationship Type="http://schemas.openxmlformats.org/officeDocument/2006/relationships/presProps" Target="/ppt/presProps.xml" Id="Rafa757929242432a" /><Relationship Type="http://schemas.openxmlformats.org/officeDocument/2006/relationships/tableStyles" Target="/ppt/tableStyles.xml" Id="R8f8a916d202e4a40" /><Relationship Type="http://schemas.openxmlformats.org/officeDocument/2006/relationships/slide" Target="/ppt/slides/slide1.xml" Id="R9a638042a1a345fa" /><Relationship Type="http://schemas.openxmlformats.org/officeDocument/2006/relationships/slide" Target="/ppt/slides/slide2.xml" Id="R306c29a6829647fd" /><Relationship Type="http://schemas.openxmlformats.org/officeDocument/2006/relationships/slide" Target="/ppt/slides/slide3.xml" Id="Rabded83dbbf7402c" /><Relationship Type="http://schemas.openxmlformats.org/officeDocument/2006/relationships/slide" Target="/ppt/slides/slide4.xml" Id="Rba66a8e8c85744d5" /><Relationship Type="http://schemas.openxmlformats.org/officeDocument/2006/relationships/slide" Target="/ppt/slides/slide5.xml" Id="R14091bb92de543df" /><Relationship Type="http://schemas.openxmlformats.org/officeDocument/2006/relationships/slide" Target="/ppt/slides/slide6.xml" Id="Rd4bd31fa0a464a96" /><Relationship Type="http://schemas.openxmlformats.org/officeDocument/2006/relationships/slide" Target="/ppt/slides/slide7.xml" Id="R62b2f758ea424274" /><Relationship Type="http://schemas.openxmlformats.org/officeDocument/2006/relationships/slide" Target="/ppt/slides/slide8.xml" Id="R6288edef38e14951" /><Relationship Type="http://schemas.openxmlformats.org/officeDocument/2006/relationships/slide" Target="/ppt/slides/slide9.xml" Id="R0327332a8c734a1f" /><Relationship Type="http://schemas.openxmlformats.org/officeDocument/2006/relationships/slide" Target="/ppt/slides/slide10.xml" Id="Re6d49510bb544b40" /><Relationship Type="http://schemas.openxmlformats.org/officeDocument/2006/relationships/slide" Target="/ppt/slides/slide11.xml" Id="Rf691657ae3bb44f4" /><Relationship Type="http://schemas.openxmlformats.org/officeDocument/2006/relationships/slide" Target="/ppt/slides/slide12.xml" Id="R7a5f6ebee5d44071" /><Relationship Type="http://schemas.openxmlformats.org/officeDocument/2006/relationships/slide" Target="/ppt/slides/slide13.xml" Id="R073677d3c8324b56" /><Relationship Type="http://schemas.openxmlformats.org/officeDocument/2006/relationships/slide" Target="/ppt/slides/slide14.xml" Id="R08b5554eb72249f0" /><Relationship Type="http://schemas.openxmlformats.org/officeDocument/2006/relationships/slide" Target="/ppt/slides/slide15.xml" Id="R0549a320272d483a" /><Relationship Type="http://schemas.openxmlformats.org/officeDocument/2006/relationships/slide" Target="/ppt/slides/slide16.xml" Id="Rdf7f1633aaee4183" /><Relationship Type="http://schemas.openxmlformats.org/officeDocument/2006/relationships/slide" Target="/ppt/slides/slide17.xml" Id="R698fab832c004e54" /><Relationship Type="http://schemas.openxmlformats.org/officeDocument/2006/relationships/slide" Target="/ppt/slides/slide18.xml" Id="R6b4908e9210c4409" /><Relationship Type="http://schemas.openxmlformats.org/officeDocument/2006/relationships/slide" Target="/ppt/slides/slide19.xml" Id="R643fef40706e48ee" /><Relationship Type="http://schemas.openxmlformats.org/officeDocument/2006/relationships/slide" Target="/ppt/slides/slide20.xml" Id="R381e5b30f80e4c18" /><Relationship Type="http://schemas.openxmlformats.org/officeDocument/2006/relationships/slide" Target="/ppt/slides/slide21.xml" Id="Rb7f7fdfd906c4c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7230a1731b4c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cc911cf19f4df0" /><Relationship Type="http://schemas.openxmlformats.org/officeDocument/2006/relationships/notesMaster" Target="/ppt/notesMasters/notesMaster1.xml" Id="R98c2799ad64b4c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3a9209f0404d67" /><Relationship Type="http://schemas.openxmlformats.org/officeDocument/2006/relationships/notesMaster" Target="/ppt/notesMasters/notesMaster1.xml" Id="R99c278a1049645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91309ac2f24217" /><Relationship Type="http://schemas.openxmlformats.org/officeDocument/2006/relationships/notesMaster" Target="/ppt/notesMasters/notesMaster1.xml" Id="Rb1c753eb66244e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d25228f2c542f4" /><Relationship Type="http://schemas.openxmlformats.org/officeDocument/2006/relationships/notesMaster" Target="/ppt/notesMasters/notesMaster1.xml" Id="Rb7cc1eb8048240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9bd364833d4614" /><Relationship Type="http://schemas.openxmlformats.org/officeDocument/2006/relationships/notesMaster" Target="/ppt/notesMasters/notesMaster1.xml" Id="R7d93a9c5984643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8d38958f3840ce" /><Relationship Type="http://schemas.openxmlformats.org/officeDocument/2006/relationships/notesMaster" Target="/ppt/notesMasters/notesMaster1.xml" Id="R3574f4ebc1154f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4ef5a0e8ba4b50" /><Relationship Type="http://schemas.openxmlformats.org/officeDocument/2006/relationships/notesMaster" Target="/ppt/notesMasters/notesMaster1.xml" Id="R53bd513dfcac48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6b398eef0e43ef" /><Relationship Type="http://schemas.openxmlformats.org/officeDocument/2006/relationships/notesMaster" Target="/ppt/notesMasters/notesMaster1.xml" Id="Rf777761b23214e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c629e8121f4f3b" /><Relationship Type="http://schemas.openxmlformats.org/officeDocument/2006/relationships/notesMaster" Target="/ppt/notesMasters/notesMaster1.xml" Id="R26ba069a032742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2fab38e4af43ba" /><Relationship Type="http://schemas.openxmlformats.org/officeDocument/2006/relationships/notesMaster" Target="/ppt/notesMasters/notesMaster1.xml" Id="Rf53b0b048b0640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750a696bb343c6" /><Relationship Type="http://schemas.openxmlformats.org/officeDocument/2006/relationships/notesMaster" Target="/ppt/notesMasters/notesMaster1.xml" Id="R31bedf6d89f14e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a1b3d60da74c40" /><Relationship Type="http://schemas.openxmlformats.org/officeDocument/2006/relationships/notesMaster" Target="/ppt/notesMasters/notesMaster1.xml" Id="Rd39deef1f77240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1b29b10b1f48f4" /><Relationship Type="http://schemas.openxmlformats.org/officeDocument/2006/relationships/notesMaster" Target="/ppt/notesMasters/notesMaster1.xml" Id="R6e005070ad2646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51415911ae461f" /><Relationship Type="http://schemas.openxmlformats.org/officeDocument/2006/relationships/notesMaster" Target="/ppt/notesMasters/notesMaster1.xml" Id="R8a0272f3e7ba45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ce3f311feb4cb1" /><Relationship Type="http://schemas.openxmlformats.org/officeDocument/2006/relationships/notesMaster" Target="/ppt/notesMasters/notesMaster1.xml" Id="Ra269fb30bf4f40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975ad481f04179" /><Relationship Type="http://schemas.openxmlformats.org/officeDocument/2006/relationships/notesMaster" Target="/ppt/notesMasters/notesMaster1.xml" Id="R42edc40626164a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62cb0d54e645b0" /><Relationship Type="http://schemas.openxmlformats.org/officeDocument/2006/relationships/notesMaster" Target="/ppt/notesMasters/notesMaster1.xml" Id="R91dd3739005148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6e0e47845c4a98" /><Relationship Type="http://schemas.openxmlformats.org/officeDocument/2006/relationships/notesMaster" Target="/ppt/notesMasters/notesMaster1.xml" Id="Rf27e518c6bdf46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76d35a794b4a23" /><Relationship Type="http://schemas.openxmlformats.org/officeDocument/2006/relationships/notesMaster" Target="/ppt/notesMasters/notesMaster1.xml" Id="R384bd339456c450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d85ee8ba544d45" /><Relationship Type="http://schemas.openxmlformats.org/officeDocument/2006/relationships/notesMaster" Target="/ppt/notesMasters/notesMaster1.xml" Id="R79c5dbde82324c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9fd30b6f1b04c11" /><Relationship Type="http://schemas.openxmlformats.org/officeDocument/2006/relationships/notesMaster" Target="/ppt/notesMasters/notesMaster1.xml" Id="Ra30f6ce5a1f740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5016a057649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a6fe01e814c3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aaf52d7d4a4223" /><Relationship Type="http://schemas.openxmlformats.org/officeDocument/2006/relationships/slideLayout" Target="/ppt/slideLayouts/slideLayout1.xml" Id="Rc1263103f6994ed6" /><Relationship Type="http://schemas.openxmlformats.org/officeDocument/2006/relationships/slideLayout" Target="/ppt/slideLayouts/slideLayout2.xml" Id="Rb9b19d003971457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263103f6994ed6"/>
    <p:sldLayoutId xmlns:r="http://schemas.openxmlformats.org/officeDocument/2006/relationships" id="2147483650" r:id="Rb9b19d0039714571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10992199b4815" /><Relationship Type="http://schemas.openxmlformats.org/officeDocument/2006/relationships/image" Target="/ppt/media/image.png" Id="R65573c1036c64fcf" /><Relationship Type="http://schemas.openxmlformats.org/officeDocument/2006/relationships/image" Target="/ppt/media/image2.png" Id="R9e12d9bcf7be4648" /><Relationship Type="http://schemas.openxmlformats.org/officeDocument/2006/relationships/notesSlide" Target="/ppt/notesSlides/notesSlide1.xml" Id="Rc324f91740ff48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04ef882b6544a0" /><Relationship Type="http://schemas.openxmlformats.org/officeDocument/2006/relationships/image" Target="/ppt/media/image2.png" Id="R8fd78a0a89b94ff8" /><Relationship Type="http://schemas.openxmlformats.org/officeDocument/2006/relationships/notesSlide" Target="/ppt/notesSlides/notesSlide2.xml" Id="Rd5e696ad4dc741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1f9a0e36ad4f3b" /><Relationship Type="http://schemas.openxmlformats.org/officeDocument/2006/relationships/image" Target="/ppt/media/image2.png" Id="R070fc151b5ee4d9d" /><Relationship Type="http://schemas.openxmlformats.org/officeDocument/2006/relationships/notesSlide" Target="/ppt/notesSlides/notesSlide3.xml" Id="R539b316d2e4840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f7bab01ae44152" /><Relationship Type="http://schemas.openxmlformats.org/officeDocument/2006/relationships/image" Target="/ppt/media/image2.png" Id="R38e44e3b246f476b" /><Relationship Type="http://schemas.openxmlformats.org/officeDocument/2006/relationships/notesSlide" Target="/ppt/notesSlides/notesSlide4.xml" Id="Rf1dfb331b66d40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6758e934b94093" /><Relationship Type="http://schemas.openxmlformats.org/officeDocument/2006/relationships/image" Target="/ppt/media/image2.png" Id="Ra27aee6aeebe4e8e" /><Relationship Type="http://schemas.openxmlformats.org/officeDocument/2006/relationships/notesSlide" Target="/ppt/notesSlides/notesSlide5.xml" Id="R3d9a75c6c01744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2f48e792e04080" /><Relationship Type="http://schemas.openxmlformats.org/officeDocument/2006/relationships/image" Target="/ppt/media/image2.png" Id="Rc9ce069e7ef44c3c" /><Relationship Type="http://schemas.openxmlformats.org/officeDocument/2006/relationships/notesSlide" Target="/ppt/notesSlides/notesSlide6.xml" Id="R07e70f3766194c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3a9a91e79d4182" /><Relationship Type="http://schemas.openxmlformats.org/officeDocument/2006/relationships/image" Target="/ppt/media/image2.png" Id="R7ff94076e9d04671" /><Relationship Type="http://schemas.openxmlformats.org/officeDocument/2006/relationships/notesSlide" Target="/ppt/notesSlides/notesSlide7.xml" Id="Rb22747a61bc241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b6c6e099d74667" /><Relationship Type="http://schemas.openxmlformats.org/officeDocument/2006/relationships/image" Target="/ppt/media/image2.png" Id="Rb1ece324b69e4682" /><Relationship Type="http://schemas.openxmlformats.org/officeDocument/2006/relationships/notesSlide" Target="/ppt/notesSlides/notesSlide8.xml" Id="Rd85de79babc048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d906b029db4b16" /><Relationship Type="http://schemas.openxmlformats.org/officeDocument/2006/relationships/image" Target="/ppt/media/image2.png" Id="Rcf366e9fdeae48c2" /><Relationship Type="http://schemas.openxmlformats.org/officeDocument/2006/relationships/notesSlide" Target="/ppt/notesSlides/notesSlide9.xml" Id="R5b205250bcf548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28767fcbb44b54" /><Relationship Type="http://schemas.openxmlformats.org/officeDocument/2006/relationships/image" Target="/ppt/media/image2.png" Id="R19d6a543a39e40e2" /><Relationship Type="http://schemas.openxmlformats.org/officeDocument/2006/relationships/notesSlide" Target="/ppt/notesSlides/notesSlide10.xml" Id="R0f8d6486248d46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e1a1f79acc4960" /><Relationship Type="http://schemas.openxmlformats.org/officeDocument/2006/relationships/image" Target="/ppt/media/image2.png" Id="R5444c1afbf1142b6" /><Relationship Type="http://schemas.openxmlformats.org/officeDocument/2006/relationships/notesSlide" Target="/ppt/notesSlides/notesSlide11.xml" Id="R65f41934387a4b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a2995395064777" /><Relationship Type="http://schemas.openxmlformats.org/officeDocument/2006/relationships/image" Target="/ppt/media/image2.png" Id="R99d4bd86b7ff4af6" /><Relationship Type="http://schemas.openxmlformats.org/officeDocument/2006/relationships/notesSlide" Target="/ppt/notesSlides/notesSlide12.xml" Id="Rf5c73e72946349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4ff7c0f93c4af0" /><Relationship Type="http://schemas.openxmlformats.org/officeDocument/2006/relationships/image" Target="/ppt/media/image2.png" Id="R6581fa93f2594afd" /><Relationship Type="http://schemas.openxmlformats.org/officeDocument/2006/relationships/notesSlide" Target="/ppt/notesSlides/notesSlide13.xml" Id="Rc7689b3dcbea42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ccb5fdba8e478e" /><Relationship Type="http://schemas.openxmlformats.org/officeDocument/2006/relationships/image" Target="/ppt/media/image2.png" Id="Rd80283ebe50b4003" /><Relationship Type="http://schemas.openxmlformats.org/officeDocument/2006/relationships/notesSlide" Target="/ppt/notesSlides/notesSlide14.xml" Id="R52f60d4f84f94c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3f25c6aafc4455" /><Relationship Type="http://schemas.openxmlformats.org/officeDocument/2006/relationships/image" Target="/ppt/media/image2.png" Id="R399cc00fb5e347e5" /><Relationship Type="http://schemas.openxmlformats.org/officeDocument/2006/relationships/notesSlide" Target="/ppt/notesSlides/notesSlide15.xml" Id="R0fe157ecae1747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7738e20e314804" /><Relationship Type="http://schemas.openxmlformats.org/officeDocument/2006/relationships/image" Target="/ppt/media/image2.png" Id="R1f8ba163e251407b" /><Relationship Type="http://schemas.openxmlformats.org/officeDocument/2006/relationships/notesSlide" Target="/ppt/notesSlides/notesSlide16.xml" Id="Ra6f5870b0b3444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7f40c6e1894258" /><Relationship Type="http://schemas.openxmlformats.org/officeDocument/2006/relationships/image" Target="/ppt/media/image2.png" Id="R4cbc53e824ea4993" /><Relationship Type="http://schemas.openxmlformats.org/officeDocument/2006/relationships/notesSlide" Target="/ppt/notesSlides/notesSlide17.xml" Id="R43f303b6389b4d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6072511f5b4893" /><Relationship Type="http://schemas.openxmlformats.org/officeDocument/2006/relationships/image" Target="/ppt/media/image2.png" Id="Re4e72a3e01924a4f" /><Relationship Type="http://schemas.openxmlformats.org/officeDocument/2006/relationships/notesSlide" Target="/ppt/notesSlides/notesSlide18.xml" Id="Reea948bdeb2647d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7b1fa62a7b4b33" /><Relationship Type="http://schemas.openxmlformats.org/officeDocument/2006/relationships/image" Target="/ppt/media/image2.png" Id="Rdabd3bceb7134adb" /><Relationship Type="http://schemas.openxmlformats.org/officeDocument/2006/relationships/notesSlide" Target="/ppt/notesSlides/notesSlide19.xml" Id="R0ca9ec5089e64b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76d2c3f24f40eb" /><Relationship Type="http://schemas.openxmlformats.org/officeDocument/2006/relationships/image" Target="/ppt/media/image2.png" Id="Racb902bfc66c4d2d" /><Relationship Type="http://schemas.openxmlformats.org/officeDocument/2006/relationships/notesSlide" Target="/ppt/notesSlides/notesSlide20.xml" Id="Rf8c4eeae9cff4ce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1edef584b346f1" /><Relationship Type="http://schemas.openxmlformats.org/officeDocument/2006/relationships/image" Target="/ppt/media/image.png" Id="Ra9c380cd8e8745c2" /><Relationship Type="http://schemas.openxmlformats.org/officeDocument/2006/relationships/image" Target="/ppt/media/image2.png" Id="R5c03c63addcf4648" /><Relationship Type="http://schemas.openxmlformats.org/officeDocument/2006/relationships/notesSlide" Target="/ppt/notesSlides/notesSlide21.xml" Id="R00dd53232e8347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73c1036c64f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2d9bcf7be46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Teori Risiko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Lienda Noviyanti,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Teori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Risiko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78a0a89b94f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Teori Risiko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Bab ini membahas integrasi konsep awal sampai evaluasi distribusi dalam kerangka Teori Risiko.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teori risiko dan teori risiko secara kritis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bab 2. risiko murni, risiko pada data dan persoalan…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Aktuaria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Keuangan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Asuransi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Bencana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Regulasi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fc151b5ee4d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teori risiko dan teori risiko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bab 2. risiko murni, risiko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44e3b246f47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Teori Risiko, Petunjuk, Peta Capaian, Ringkasan Formula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Rencana Praktikum, Etika, Validitas, Bab 2. Risiko, Bab 3.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4. Ukuran, Bab 5. Distribusi, Bab 6. Distribusi, Bab 7. Estimasi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8. UTS: Proyek, Bab 9. Agregasi, Bab 10. Simulasi, Bab 11. Value at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aee6aeebe4e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Teori Risiko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e069e7ef44c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94076e9d046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Teori Risiko, Petunjuk, Peta Capaian, Ringkasan Formula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Teori Risiko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Petunjuk Penggunaan Materi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106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Capaian Pembelajaran dan…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Teori Risiko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Petunjuk Penggunaan Materi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Peta Capaian Pembelajaran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Ringkasan Formula Inti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Rencana Praktikum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ce324b69e4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Peta Capaian, Ringkasan Formula, Rencana Praktikum, Etika, Validitas, Bab 2. Risiko, Bab 3.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Peta Capaian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Memahami konsep, asumsi, dan penerapan…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Ringkasan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Rata-rata kerugian atau expected loss…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Rencana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Praktikum diarahkan agar mahasiswa mampu…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Etika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Dalam pembelajaran Teori Risiko, ukuran…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2. Risiko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bab 2.…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3.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bab 3.…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E[X]=Σ_x x f(x) untuk diskrit, E[X]=∫_-^ x f(x)\,dx …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Jika N dan X_i saling bebas, serta X_i identik berdistribusi…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66e9fdeae48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Jika N dan X_i saling bebas, serta X_i identik berdistribusi dengan…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Rencana Praktikum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Praktikum…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Etika, Validitas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Dalam pembelajaran…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2. Risiko Murni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Konsep, asumsi…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3. Identifikasi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Konsep, asumsi…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4. Ukuran Risiko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Konsep, asumsi…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6a543a39e40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Jika N dan X_i saling bebas, serta X_i identik berdistribusi dengan rata-rata μ_X dan…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4c1afbf1142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4bd86b7ff4a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1fa93f2594a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Bab 4. Ukuran, Bab 5. Distribusi, Bab 6. Distribusi, Bab 7. Estimasi, Bab 8. UTS: Proyek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Jika N dan X_i saling bebas, serta X_i identik…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Jika N dan X_i saling bebas, serta X_i identik…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Jika N dan X_i saling bebas, serta X_i identik…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4. Ukuran Risiko Dasar: Mean…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5. Distribusi Diskrit untuk…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6. Distribusi Kontinu untuk…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7. Estimasi Parameter dan Goodness…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8. UTS: Proyek Pendahuluan Analisis…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283ebe50b40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cc00fb5e347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5. Distribusi Diskrit untuk…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6. Distribusi Kontinu untuk…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7. Estimasi Parameter dan Goodness…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8. UTS: Proyek Pendahuluan…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9. Agregasi Risiko dan Model…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10. Simulasi Monte Carlo untuk…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ba163e25140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c53e824ea4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72a3e01924a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6. Distribusi Kontinu untuk…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7. Estimasi Parameter dan…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8. UTS: Proyek Pendahuluan…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9. Agregasi Risiko dan Model…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10. Simulasi Monte Carlo untuk…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11. Value at Risk, TVaR, dan…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d3bceb7134a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Teori Risiko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Petunjuk Penggunaan Materi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Rencana Praktikum…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3. Identifikasi…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5. Distribusi Diskrit…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10. Simulasi Monte…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902bfc66c4d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Risiko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Asumsi apa yang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 krusial…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Bagaimana…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memilih antara…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Kapan hasil…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Kapan hasil model dianggap…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Bagaimana…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mendeteksi bias…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Bagaimana…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menyampaikan…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380cd8e8745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3c63addcf46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Teori Risiko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Teori Risiko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2026-07-26T23:34:33.9740000Z</dcterms:created>
  <dcterms:modified xsi:type="dcterms:W3CDTF">2026-07-26T23:34:33.9740000Z</dcterms:modified>
</coreProperties>
</file>