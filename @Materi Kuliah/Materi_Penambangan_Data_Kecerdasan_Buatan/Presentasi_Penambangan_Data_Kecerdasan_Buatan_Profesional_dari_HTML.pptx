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58cb15f0fc450a" /><Relationship Type="http://schemas.openxmlformats.org/officeDocument/2006/relationships/extended-properties" Target="/docProps/app.xml" Id="Ra335a5bc366f4193" /><Relationship Type="http://schemas.openxmlformats.org/officeDocument/2006/relationships/officeDocument" Target="/ppt/presentation.xml" Id="R8f63f99788814e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72ee8e11704012"/>
  </p:sldMasterIdLst>
  <p:notesMasterIdLst>
    <p:notesMasterId xmlns:r="http://schemas.openxmlformats.org/officeDocument/2006/relationships" r:id="R713b4e86e46143e9"/>
  </p:notesMasterIdLst>
  <p:sldIdLst>
    <p:sldId xmlns:r="http://schemas.openxmlformats.org/officeDocument/2006/relationships" id="256" r:id="R41dbba5b0d674804"/>
    <p:sldId xmlns:r="http://schemas.openxmlformats.org/officeDocument/2006/relationships" id="257" r:id="R483e6dbc70074bb8"/>
    <p:sldId xmlns:r="http://schemas.openxmlformats.org/officeDocument/2006/relationships" id="258" r:id="Rb4f701212a874d36"/>
    <p:sldId xmlns:r="http://schemas.openxmlformats.org/officeDocument/2006/relationships" id="259" r:id="R4db5a5a033fd45d6"/>
    <p:sldId xmlns:r="http://schemas.openxmlformats.org/officeDocument/2006/relationships" id="260" r:id="R48aa626803624a01"/>
    <p:sldId xmlns:r="http://schemas.openxmlformats.org/officeDocument/2006/relationships" id="261" r:id="Rcf924eb2a50f4979"/>
    <p:sldId xmlns:r="http://schemas.openxmlformats.org/officeDocument/2006/relationships" id="262" r:id="R547a23b373054717"/>
    <p:sldId xmlns:r="http://schemas.openxmlformats.org/officeDocument/2006/relationships" id="263" r:id="Rd6935f5b2a764731"/>
    <p:sldId xmlns:r="http://schemas.openxmlformats.org/officeDocument/2006/relationships" id="264" r:id="R869a1b860b884700"/>
    <p:sldId xmlns:r="http://schemas.openxmlformats.org/officeDocument/2006/relationships" id="265" r:id="R612a128e767d429b"/>
    <p:sldId xmlns:r="http://schemas.openxmlformats.org/officeDocument/2006/relationships" id="266" r:id="R3e64ee1a46f94f91"/>
    <p:sldId xmlns:r="http://schemas.openxmlformats.org/officeDocument/2006/relationships" id="267" r:id="Rf3fb3f9230f44ba6"/>
    <p:sldId xmlns:r="http://schemas.openxmlformats.org/officeDocument/2006/relationships" id="268" r:id="Rc63b2368de754a61"/>
    <p:sldId xmlns:r="http://schemas.openxmlformats.org/officeDocument/2006/relationships" id="269" r:id="Re4dbf1f48833417c"/>
    <p:sldId xmlns:r="http://schemas.openxmlformats.org/officeDocument/2006/relationships" id="270" r:id="R31c7dc51c246411a"/>
    <p:sldId xmlns:r="http://schemas.openxmlformats.org/officeDocument/2006/relationships" id="271" r:id="R0562960a46c441e9"/>
    <p:sldId xmlns:r="http://schemas.openxmlformats.org/officeDocument/2006/relationships" id="272" r:id="Rfe284b74c9b24cfa"/>
    <p:sldId xmlns:r="http://schemas.openxmlformats.org/officeDocument/2006/relationships" id="273" r:id="Rdda0c606fbf84882"/>
    <p:sldId xmlns:r="http://schemas.openxmlformats.org/officeDocument/2006/relationships" id="274" r:id="R23d1572ac04247fc"/>
    <p:sldId xmlns:r="http://schemas.openxmlformats.org/officeDocument/2006/relationships" id="275" r:id="R52c531e9b54c49ca"/>
    <p:sldId xmlns:r="http://schemas.openxmlformats.org/officeDocument/2006/relationships" id="276" r:id="Rb43e03475841410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f3251956c348a7" /><Relationship Type="http://schemas.openxmlformats.org/officeDocument/2006/relationships/slideMaster" Target="/ppt/slideMasters/slideMaster1.xml" Id="Re072ee8e11704012" /><Relationship Type="http://schemas.openxmlformats.org/officeDocument/2006/relationships/notesMaster" Target="/ppt/notesMasters/notesMaster1.xml" Id="R713b4e86e46143e9" /><Relationship Type="http://schemas.openxmlformats.org/officeDocument/2006/relationships/presProps" Target="/ppt/presProps.xml" Id="R0c385fdd999e44a0" /><Relationship Type="http://schemas.openxmlformats.org/officeDocument/2006/relationships/tableStyles" Target="/ppt/tableStyles.xml" Id="R3d9c8155ded34959" /><Relationship Type="http://schemas.openxmlformats.org/officeDocument/2006/relationships/slide" Target="/ppt/slides/slide1.xml" Id="R41dbba5b0d674804" /><Relationship Type="http://schemas.openxmlformats.org/officeDocument/2006/relationships/slide" Target="/ppt/slides/slide2.xml" Id="R483e6dbc70074bb8" /><Relationship Type="http://schemas.openxmlformats.org/officeDocument/2006/relationships/slide" Target="/ppt/slides/slide3.xml" Id="Rb4f701212a874d36" /><Relationship Type="http://schemas.openxmlformats.org/officeDocument/2006/relationships/slide" Target="/ppt/slides/slide4.xml" Id="R4db5a5a033fd45d6" /><Relationship Type="http://schemas.openxmlformats.org/officeDocument/2006/relationships/slide" Target="/ppt/slides/slide5.xml" Id="R48aa626803624a01" /><Relationship Type="http://schemas.openxmlformats.org/officeDocument/2006/relationships/slide" Target="/ppt/slides/slide6.xml" Id="Rcf924eb2a50f4979" /><Relationship Type="http://schemas.openxmlformats.org/officeDocument/2006/relationships/slide" Target="/ppt/slides/slide7.xml" Id="R547a23b373054717" /><Relationship Type="http://schemas.openxmlformats.org/officeDocument/2006/relationships/slide" Target="/ppt/slides/slide8.xml" Id="Rd6935f5b2a764731" /><Relationship Type="http://schemas.openxmlformats.org/officeDocument/2006/relationships/slide" Target="/ppt/slides/slide9.xml" Id="R869a1b860b884700" /><Relationship Type="http://schemas.openxmlformats.org/officeDocument/2006/relationships/slide" Target="/ppt/slides/slide10.xml" Id="R612a128e767d429b" /><Relationship Type="http://schemas.openxmlformats.org/officeDocument/2006/relationships/slide" Target="/ppt/slides/slide11.xml" Id="R3e64ee1a46f94f91" /><Relationship Type="http://schemas.openxmlformats.org/officeDocument/2006/relationships/slide" Target="/ppt/slides/slide12.xml" Id="Rf3fb3f9230f44ba6" /><Relationship Type="http://schemas.openxmlformats.org/officeDocument/2006/relationships/slide" Target="/ppt/slides/slide13.xml" Id="Rc63b2368de754a61" /><Relationship Type="http://schemas.openxmlformats.org/officeDocument/2006/relationships/slide" Target="/ppt/slides/slide14.xml" Id="Re4dbf1f48833417c" /><Relationship Type="http://schemas.openxmlformats.org/officeDocument/2006/relationships/slide" Target="/ppt/slides/slide15.xml" Id="R31c7dc51c246411a" /><Relationship Type="http://schemas.openxmlformats.org/officeDocument/2006/relationships/slide" Target="/ppt/slides/slide16.xml" Id="R0562960a46c441e9" /><Relationship Type="http://schemas.openxmlformats.org/officeDocument/2006/relationships/slide" Target="/ppt/slides/slide17.xml" Id="Rfe284b74c9b24cfa" /><Relationship Type="http://schemas.openxmlformats.org/officeDocument/2006/relationships/slide" Target="/ppt/slides/slide18.xml" Id="Rdda0c606fbf84882" /><Relationship Type="http://schemas.openxmlformats.org/officeDocument/2006/relationships/slide" Target="/ppt/slides/slide19.xml" Id="R23d1572ac04247fc" /><Relationship Type="http://schemas.openxmlformats.org/officeDocument/2006/relationships/slide" Target="/ppt/slides/slide20.xml" Id="R52c531e9b54c49ca" /><Relationship Type="http://schemas.openxmlformats.org/officeDocument/2006/relationships/slide" Target="/ppt/slides/slide21.xml" Id="Rb43e0347584141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622033428248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7754b35c4a4d47" /><Relationship Type="http://schemas.openxmlformats.org/officeDocument/2006/relationships/notesMaster" Target="/ppt/notesMasters/notesMaster1.xml" Id="R8aebf70ef5ea40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a5e8e248a643b5" /><Relationship Type="http://schemas.openxmlformats.org/officeDocument/2006/relationships/notesMaster" Target="/ppt/notesMasters/notesMaster1.xml" Id="Rc6c9d209c5de46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ef5f9f0ab44a41" /><Relationship Type="http://schemas.openxmlformats.org/officeDocument/2006/relationships/notesMaster" Target="/ppt/notesMasters/notesMaster1.xml" Id="R9a937be5229245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3e5390dc674cf8" /><Relationship Type="http://schemas.openxmlformats.org/officeDocument/2006/relationships/notesMaster" Target="/ppt/notesMasters/notesMaster1.xml" Id="R6b6d7249232243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15f62ebcb34bf8" /><Relationship Type="http://schemas.openxmlformats.org/officeDocument/2006/relationships/notesMaster" Target="/ppt/notesMasters/notesMaster1.xml" Id="R0b21720a70c340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d49f2ec73c47e9" /><Relationship Type="http://schemas.openxmlformats.org/officeDocument/2006/relationships/notesMaster" Target="/ppt/notesMasters/notesMaster1.xml" Id="R0d0468096cf84d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e9140860c94f73" /><Relationship Type="http://schemas.openxmlformats.org/officeDocument/2006/relationships/notesMaster" Target="/ppt/notesMasters/notesMaster1.xml" Id="Raeb709e5576d4b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5d09838cc24f64" /><Relationship Type="http://schemas.openxmlformats.org/officeDocument/2006/relationships/notesMaster" Target="/ppt/notesMasters/notesMaster1.xml" Id="R938cf4964eee44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f8503ff6404acd" /><Relationship Type="http://schemas.openxmlformats.org/officeDocument/2006/relationships/notesMaster" Target="/ppt/notesMasters/notesMaster1.xml" Id="Ra9a1647f1e734c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ee39314a664a42" /><Relationship Type="http://schemas.openxmlformats.org/officeDocument/2006/relationships/notesMaster" Target="/ppt/notesMasters/notesMaster1.xml" Id="R946711840cd048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5b63ce2d17418e" /><Relationship Type="http://schemas.openxmlformats.org/officeDocument/2006/relationships/notesMaster" Target="/ppt/notesMasters/notesMaster1.xml" Id="R3a9483e2c57746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0041d43bbe4f35" /><Relationship Type="http://schemas.openxmlformats.org/officeDocument/2006/relationships/notesMaster" Target="/ppt/notesMasters/notesMaster1.xml" Id="R19609e16c1ed4d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2632b119b64046" /><Relationship Type="http://schemas.openxmlformats.org/officeDocument/2006/relationships/notesMaster" Target="/ppt/notesMasters/notesMaster1.xml" Id="Re091d94bcee8408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9245bb71284da8" /><Relationship Type="http://schemas.openxmlformats.org/officeDocument/2006/relationships/notesMaster" Target="/ppt/notesMasters/notesMaster1.xml" Id="R5bb9d5c62af14f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2435c20da1e446c" /><Relationship Type="http://schemas.openxmlformats.org/officeDocument/2006/relationships/notesMaster" Target="/ppt/notesMasters/notesMaster1.xml" Id="R6cce3f6e71e746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b609dfd299e4287" /><Relationship Type="http://schemas.openxmlformats.org/officeDocument/2006/relationships/notesMaster" Target="/ppt/notesMasters/notesMaster1.xml" Id="R94abe9d9723f4ff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d9e4df3d1146ec" /><Relationship Type="http://schemas.openxmlformats.org/officeDocument/2006/relationships/notesMaster" Target="/ppt/notesMasters/notesMaster1.xml" Id="R57c74b0d95a9481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aebb8935a144c0" /><Relationship Type="http://schemas.openxmlformats.org/officeDocument/2006/relationships/notesMaster" Target="/ppt/notesMasters/notesMaster1.xml" Id="Re0c2b733f3c446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6d943f70cf444a5" /><Relationship Type="http://schemas.openxmlformats.org/officeDocument/2006/relationships/notesMaster" Target="/ppt/notesMasters/notesMaster1.xml" Id="R273872f3d61946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9ca347f2edf4e66" /><Relationship Type="http://schemas.openxmlformats.org/officeDocument/2006/relationships/notesMaster" Target="/ppt/notesMasters/notesMaster1.xml" Id="Ref5ad127cc2545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5524489fc724282" /><Relationship Type="http://schemas.openxmlformats.org/officeDocument/2006/relationships/notesMaster" Target="/ppt/notesMasters/notesMaster1.xml" Id="R617ea6bc94744c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eb83e350554d9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400726ba54d0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6a9a90bdab4c0b" /><Relationship Type="http://schemas.openxmlformats.org/officeDocument/2006/relationships/slideLayout" Target="/ppt/slideLayouts/slideLayout1.xml" Id="Rf26ae5c242204328" /><Relationship Type="http://schemas.openxmlformats.org/officeDocument/2006/relationships/slideLayout" Target="/ppt/slideLayouts/slideLayout2.xml" Id="R6b369f0ad50c4c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6ae5c242204328"/>
    <p:sldLayoutId xmlns:r="http://schemas.openxmlformats.org/officeDocument/2006/relationships" id="2147483650" r:id="R6b369f0ad50c4c41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788c68df074a49" /><Relationship Type="http://schemas.openxmlformats.org/officeDocument/2006/relationships/image" Target="/ppt/media/image.png" Id="R4a11eb2d0aa14a5a" /><Relationship Type="http://schemas.openxmlformats.org/officeDocument/2006/relationships/image" Target="/ppt/media/image2.png" Id="R14b68893365d4477" /><Relationship Type="http://schemas.openxmlformats.org/officeDocument/2006/relationships/notesSlide" Target="/ppt/notesSlides/notesSlide1.xml" Id="Rbfd3f342ffb448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c75cd5a78c4d48" /><Relationship Type="http://schemas.openxmlformats.org/officeDocument/2006/relationships/image" Target="/ppt/media/image2.png" Id="Re1653dec115349fd" /><Relationship Type="http://schemas.openxmlformats.org/officeDocument/2006/relationships/notesSlide" Target="/ppt/notesSlides/notesSlide2.xml" Id="R8445429da86f4c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a51a6ca97c4aa1" /><Relationship Type="http://schemas.openxmlformats.org/officeDocument/2006/relationships/image" Target="/ppt/media/image2.png" Id="R2544619df4244d00" /><Relationship Type="http://schemas.openxmlformats.org/officeDocument/2006/relationships/notesSlide" Target="/ppt/notesSlides/notesSlide3.xml" Id="R1ea82aea850448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b30cb708c24737" /><Relationship Type="http://schemas.openxmlformats.org/officeDocument/2006/relationships/image" Target="/ppt/media/image2.png" Id="Rf4b9d079f1604e3e" /><Relationship Type="http://schemas.openxmlformats.org/officeDocument/2006/relationships/notesSlide" Target="/ppt/notesSlides/notesSlide4.xml" Id="R46d6bfa6ea6c48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10825a6de14194" /><Relationship Type="http://schemas.openxmlformats.org/officeDocument/2006/relationships/image" Target="/ppt/media/image2.png" Id="R67e51d650de64cff" /><Relationship Type="http://schemas.openxmlformats.org/officeDocument/2006/relationships/notesSlide" Target="/ppt/notesSlides/notesSlide5.xml" Id="R41c80b31903944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2a9b7296474ec0" /><Relationship Type="http://schemas.openxmlformats.org/officeDocument/2006/relationships/image" Target="/ppt/media/image2.png" Id="Ra7894cfba3084da0" /><Relationship Type="http://schemas.openxmlformats.org/officeDocument/2006/relationships/notesSlide" Target="/ppt/notesSlides/notesSlide6.xml" Id="R43c5ca7277404f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5bfde015a24056" /><Relationship Type="http://schemas.openxmlformats.org/officeDocument/2006/relationships/image" Target="/ppt/media/image2.png" Id="Re2ea517a4e414271" /><Relationship Type="http://schemas.openxmlformats.org/officeDocument/2006/relationships/notesSlide" Target="/ppt/notesSlides/notesSlide7.xml" Id="Rb4b017f41b2a4e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f004c45da143a2" /><Relationship Type="http://schemas.openxmlformats.org/officeDocument/2006/relationships/image" Target="/ppt/media/image2.png" Id="R73a6338824b94c1a" /><Relationship Type="http://schemas.openxmlformats.org/officeDocument/2006/relationships/notesSlide" Target="/ppt/notesSlides/notesSlide8.xml" Id="Ref8c4e4cb4774f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7d09cfa0424d75" /><Relationship Type="http://schemas.openxmlformats.org/officeDocument/2006/relationships/image" Target="/ppt/media/image2.png" Id="R331a5e90c2484439" /><Relationship Type="http://schemas.openxmlformats.org/officeDocument/2006/relationships/notesSlide" Target="/ppt/notesSlides/notesSlide9.xml" Id="Ra7a8e2ba277940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a46f88dd7240f4" /><Relationship Type="http://schemas.openxmlformats.org/officeDocument/2006/relationships/image" Target="/ppt/media/image2.png" Id="R1a71ee36e15e4b24" /><Relationship Type="http://schemas.openxmlformats.org/officeDocument/2006/relationships/notesSlide" Target="/ppt/notesSlides/notesSlide10.xml" Id="Rcd31493e9f9c47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b3179b1f5d4629" /><Relationship Type="http://schemas.openxmlformats.org/officeDocument/2006/relationships/image" Target="/ppt/media/image2.png" Id="R201ef9b8f12147ca" /><Relationship Type="http://schemas.openxmlformats.org/officeDocument/2006/relationships/notesSlide" Target="/ppt/notesSlides/notesSlide11.xml" Id="Rce3eae2995aa4b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53c7f4a7ac4e9a" /><Relationship Type="http://schemas.openxmlformats.org/officeDocument/2006/relationships/image" Target="/ppt/media/image2.png" Id="Ra7ab842d8a0c4c71" /><Relationship Type="http://schemas.openxmlformats.org/officeDocument/2006/relationships/notesSlide" Target="/ppt/notesSlides/notesSlide12.xml" Id="R2ae27ddfa38b43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393583d9c49a4" /><Relationship Type="http://schemas.openxmlformats.org/officeDocument/2006/relationships/image" Target="/ppt/media/image2.png" Id="Rd3a7e228114c4209" /><Relationship Type="http://schemas.openxmlformats.org/officeDocument/2006/relationships/notesSlide" Target="/ppt/notesSlides/notesSlide13.xml" Id="R7408869a0b104b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c756deb9144645" /><Relationship Type="http://schemas.openxmlformats.org/officeDocument/2006/relationships/image" Target="/ppt/media/image2.png" Id="R6443bd5fc3b74dd1" /><Relationship Type="http://schemas.openxmlformats.org/officeDocument/2006/relationships/notesSlide" Target="/ppt/notesSlides/notesSlide14.xml" Id="R542f84d20c1043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a6ddf5afcf41e9" /><Relationship Type="http://schemas.openxmlformats.org/officeDocument/2006/relationships/image" Target="/ppt/media/image2.png" Id="Ra918d2a0f8d84f96" /><Relationship Type="http://schemas.openxmlformats.org/officeDocument/2006/relationships/notesSlide" Target="/ppt/notesSlides/notesSlide15.xml" Id="R911b6c3b5e6a49c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aaed776d48461e" /><Relationship Type="http://schemas.openxmlformats.org/officeDocument/2006/relationships/image" Target="/ppt/media/image2.png" Id="R658aab2b7f90475b" /><Relationship Type="http://schemas.openxmlformats.org/officeDocument/2006/relationships/notesSlide" Target="/ppt/notesSlides/notesSlide16.xml" Id="R1d45bd7825b744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68f84f0c3c47c8" /><Relationship Type="http://schemas.openxmlformats.org/officeDocument/2006/relationships/image" Target="/ppt/media/image2.png" Id="R6a564c1360604d6c" /><Relationship Type="http://schemas.openxmlformats.org/officeDocument/2006/relationships/notesSlide" Target="/ppt/notesSlides/notesSlide17.xml" Id="R29a9f985c04b45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0344566aca4c2b" /><Relationship Type="http://schemas.openxmlformats.org/officeDocument/2006/relationships/image" Target="/ppt/media/image2.png" Id="Ra1c355a57951442a" /><Relationship Type="http://schemas.openxmlformats.org/officeDocument/2006/relationships/notesSlide" Target="/ppt/notesSlides/notesSlide18.xml" Id="R350bf6672f7947a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3fa19b37de4fc2" /><Relationship Type="http://schemas.openxmlformats.org/officeDocument/2006/relationships/image" Target="/ppt/media/image2.png" Id="R6957ec50f8c143ee" /><Relationship Type="http://schemas.openxmlformats.org/officeDocument/2006/relationships/notesSlide" Target="/ppt/notesSlides/notesSlide19.xml" Id="Rb99b8648005d43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e2a95e45ae4d3b" /><Relationship Type="http://schemas.openxmlformats.org/officeDocument/2006/relationships/image" Target="/ppt/media/image2.png" Id="Re65d3cae08824fad" /><Relationship Type="http://schemas.openxmlformats.org/officeDocument/2006/relationships/notesSlide" Target="/ppt/notesSlides/notesSlide20.xml" Id="Rb2605c4d0b164b0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860bb9415844cb" /><Relationship Type="http://schemas.openxmlformats.org/officeDocument/2006/relationships/image" Target="/ppt/media/image.png" Id="R9e1e64c707fc46aa" /><Relationship Type="http://schemas.openxmlformats.org/officeDocument/2006/relationships/image" Target="/ppt/media/image2.png" Id="R2acae1fdf3c84e87" /><Relationship Type="http://schemas.openxmlformats.org/officeDocument/2006/relationships/notesSlide" Target="/ppt/notesSlides/notesSlide21.xml" Id="R79398a1a3b1c43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1eb2d0aa14a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68893365d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Penambangan Data dan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Kecerdasan Buatan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Anindya Apriliyanti Pravitasari, M.Si.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Penambangan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53dec1153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Data Mining &amp; AI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705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Bahan ajar ini disusun sebagai modul pembelajaran komprehensif untuk mata kuliah Penambangan Data dan Kecerdasan Buatan pada Program Studi S2 Statistika Terapan, FMIPA…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penambangan data dan kecerdasan buatan dan data…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klastering dan segmentasi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Bisnis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Media sosial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4619df4244d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penambangan data dan kecerdasan buatan dan data mining dalam statistika…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klastering dan segmentasi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b9d079f1604e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Dasar Data Mining, Competitive, Metodologi, Fungsi Utama Data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Evaluasi Model dan, Decision Tree, Klastering dan, Sintesis Pra-UTS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Pengenalan Machine, Artificial Neural, Support Vector, Komparasi ANN dan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Text Mining, Topic Modeling, Data Mining Patent, UAS, Portofolio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51d650de64c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Data Mining &amp; AI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94cfba308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a517a4e4142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Dasar Data Mining, Competitive, Metodologi, Fungsi Utama Data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Konsep Dasar Data Mining dalam…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Competitive Intelligence dan…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Metodologi Penambangan Data dan…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Dasar Data Mining dalam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Competitive Intelligence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Metodologi Penambangan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Fungsi Utama Data Mining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Evaluasi Model dan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6338824b94c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Metodologi, Fungsi Utama Data, Evaluasi Model dan, Decision Tree, Klastering dan, Sintesis…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Metodologi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Fungsi Utama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62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Evaluasi Model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Decision Tree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Klastering dan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Sintesis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tidak cukup hanya menyebutkan…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Completeness = 1 - (\#Missing)/(n p)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H(S)=-Σ_k=1^Kp_k_2(p_k)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a5e90c24844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F_1 = 2(Precision Recall)/(Precision+Recall)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Evaluasi Model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Mahasiswa tidak…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Decision Tree, Naive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Mahasiswa tidak…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Klastering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Mahasiswa tidak…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Sintesis Pra-UTS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Mahasiswa tidak…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Pengenalan Machine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Mahasiswa tidak…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71ee36e15e4b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Skor\;Akhir = w_1\,Performa + w_2\,Interpretabilitas + w_3\,Kelayakan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1ef9b8f121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b842d8a0c4c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7e228114c42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Pengenalan Machine, Artificial Neural, Support Vector, Komparasi ANN dan, Text Mining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Generalization\;Error = Bias^2 + Variance + Noise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_w,b,\;(1)/(2)\|w\|^2+CΣ_i=1^n_i s.t. y_i(w^Tx_i+b) 1-_i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TFIDF(t,d)=TF(t,d)((N)/(DF(t)))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Pengenalan Machine Learning dalam Data…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Artificial Neural Network: Representasi…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Support Vector Machine: Margin, Kernel…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Komparasi ANN dan SVM serta…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Dasar Text Mining: Representasi Teks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3bd5fc3b7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18d2a0f8d84f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Artificial Neural Network…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Support Vector Machine: Margin…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Komparasi ANN dan SVM serta…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Dasar Text Mining: Representasi Teks…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Topic Modeling, Sentiment Analysis…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Data Mining Patent dan Competitive…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aab2b7f90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64c1360604d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355a5795144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Support Vector Machine: Margin…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Komparasi ANN dan SVM serta…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Dasar Text Mining: Representasi…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Topic Modeling, Sentiment…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Data Mining Patent dan Competitive…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UAS, Portofolio Proyek, Etika,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57ec50f8c1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Konsep Dasar Data Mining…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Competitive Intelligence…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Evaluasi Model dan…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Sintesis Pra-UTS…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Artificial Neural Network…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Data Mining Patent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d3cae08824f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Data Mining &amp; AI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tujuan…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tujuan keputusan yang…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 data…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data yang digunakan…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Bagaimana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hasil berubah jika…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Apakah model…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model lebih berguna…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 bentuk…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bentuk validasi tambahan…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e64c707fc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ae1fdf3c8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Data Mining &amp; AI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Data Mining &amp; AI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2026-06-22T07:45:14.1470000Z</dcterms:created>
  <dcterms:modified xsi:type="dcterms:W3CDTF">2026-06-22T07:45:14.1470000Z</dcterms:modified>
</coreProperties>
</file>