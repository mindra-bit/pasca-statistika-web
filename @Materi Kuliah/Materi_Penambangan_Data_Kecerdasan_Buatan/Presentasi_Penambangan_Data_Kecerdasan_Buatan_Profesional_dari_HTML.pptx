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4917f9df95497a" /><Relationship Type="http://schemas.openxmlformats.org/officeDocument/2006/relationships/extended-properties" Target="/docProps/app.xml" Id="Re953edc3d8d04228" /><Relationship Type="http://schemas.openxmlformats.org/officeDocument/2006/relationships/officeDocument" Target="/ppt/presentation.xml" Id="R9850c9b46d7747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e35d38beb54fe6"/>
  </p:sldMasterIdLst>
  <p:notesMasterIdLst>
    <p:notesMasterId xmlns:r="http://schemas.openxmlformats.org/officeDocument/2006/relationships" r:id="R7542a92bb58f4484"/>
  </p:notesMasterIdLst>
  <p:sldIdLst>
    <p:sldId xmlns:r="http://schemas.openxmlformats.org/officeDocument/2006/relationships" id="256" r:id="R2a932e62a7b34127"/>
    <p:sldId xmlns:r="http://schemas.openxmlformats.org/officeDocument/2006/relationships" id="257" r:id="R49db0cb31bbd45e7"/>
    <p:sldId xmlns:r="http://schemas.openxmlformats.org/officeDocument/2006/relationships" id="258" r:id="Rb13258df388245f1"/>
    <p:sldId xmlns:r="http://schemas.openxmlformats.org/officeDocument/2006/relationships" id="259" r:id="Rb9be8d8b21d34043"/>
    <p:sldId xmlns:r="http://schemas.openxmlformats.org/officeDocument/2006/relationships" id="260" r:id="R186325bf1eed48da"/>
    <p:sldId xmlns:r="http://schemas.openxmlformats.org/officeDocument/2006/relationships" id="261" r:id="R57ee8e133b7d4129"/>
    <p:sldId xmlns:r="http://schemas.openxmlformats.org/officeDocument/2006/relationships" id="262" r:id="R1bcfc92568fb4c08"/>
    <p:sldId xmlns:r="http://schemas.openxmlformats.org/officeDocument/2006/relationships" id="263" r:id="R26c8c8222beb4cb1"/>
    <p:sldId xmlns:r="http://schemas.openxmlformats.org/officeDocument/2006/relationships" id="264" r:id="Ra0face39a2954e4a"/>
    <p:sldId xmlns:r="http://schemas.openxmlformats.org/officeDocument/2006/relationships" id="265" r:id="R577aed968db844d2"/>
    <p:sldId xmlns:r="http://schemas.openxmlformats.org/officeDocument/2006/relationships" id="266" r:id="R578bc7ea0e2d48cc"/>
    <p:sldId xmlns:r="http://schemas.openxmlformats.org/officeDocument/2006/relationships" id="267" r:id="Rc2e93e829b73479b"/>
    <p:sldId xmlns:r="http://schemas.openxmlformats.org/officeDocument/2006/relationships" id="268" r:id="R6d20483a6a0744b3"/>
    <p:sldId xmlns:r="http://schemas.openxmlformats.org/officeDocument/2006/relationships" id="269" r:id="R5561925c540a4fe4"/>
    <p:sldId xmlns:r="http://schemas.openxmlformats.org/officeDocument/2006/relationships" id="270" r:id="R1b9b210467104561"/>
    <p:sldId xmlns:r="http://schemas.openxmlformats.org/officeDocument/2006/relationships" id="271" r:id="Rcd45813b3d824b7d"/>
    <p:sldId xmlns:r="http://schemas.openxmlformats.org/officeDocument/2006/relationships" id="272" r:id="Rdf1c9c3d53b64cef"/>
    <p:sldId xmlns:r="http://schemas.openxmlformats.org/officeDocument/2006/relationships" id="273" r:id="R6b513dd20a8745c2"/>
    <p:sldId xmlns:r="http://schemas.openxmlformats.org/officeDocument/2006/relationships" id="274" r:id="Rd7167d755747416e"/>
    <p:sldId xmlns:r="http://schemas.openxmlformats.org/officeDocument/2006/relationships" id="275" r:id="R914471987a2e44a2"/>
    <p:sldId xmlns:r="http://schemas.openxmlformats.org/officeDocument/2006/relationships" id="276" r:id="Ra8195291a8f941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7e069d5b054ce3" /><Relationship Type="http://schemas.openxmlformats.org/officeDocument/2006/relationships/slideMaster" Target="/ppt/slideMasters/slideMaster1.xml" Id="R74e35d38beb54fe6" /><Relationship Type="http://schemas.openxmlformats.org/officeDocument/2006/relationships/notesMaster" Target="/ppt/notesMasters/notesMaster1.xml" Id="R7542a92bb58f4484" /><Relationship Type="http://schemas.openxmlformats.org/officeDocument/2006/relationships/presProps" Target="/ppt/presProps.xml" Id="R22069f1c82ca462c" /><Relationship Type="http://schemas.openxmlformats.org/officeDocument/2006/relationships/tableStyles" Target="/ppt/tableStyles.xml" Id="R270036370a67464f" /><Relationship Type="http://schemas.openxmlformats.org/officeDocument/2006/relationships/slide" Target="/ppt/slides/slide1.xml" Id="R2a932e62a7b34127" /><Relationship Type="http://schemas.openxmlformats.org/officeDocument/2006/relationships/slide" Target="/ppt/slides/slide2.xml" Id="R49db0cb31bbd45e7" /><Relationship Type="http://schemas.openxmlformats.org/officeDocument/2006/relationships/slide" Target="/ppt/slides/slide3.xml" Id="Rb13258df388245f1" /><Relationship Type="http://schemas.openxmlformats.org/officeDocument/2006/relationships/slide" Target="/ppt/slides/slide4.xml" Id="Rb9be8d8b21d34043" /><Relationship Type="http://schemas.openxmlformats.org/officeDocument/2006/relationships/slide" Target="/ppt/slides/slide5.xml" Id="R186325bf1eed48da" /><Relationship Type="http://schemas.openxmlformats.org/officeDocument/2006/relationships/slide" Target="/ppt/slides/slide6.xml" Id="R57ee8e133b7d4129" /><Relationship Type="http://schemas.openxmlformats.org/officeDocument/2006/relationships/slide" Target="/ppt/slides/slide7.xml" Id="R1bcfc92568fb4c08" /><Relationship Type="http://schemas.openxmlformats.org/officeDocument/2006/relationships/slide" Target="/ppt/slides/slide8.xml" Id="R26c8c8222beb4cb1" /><Relationship Type="http://schemas.openxmlformats.org/officeDocument/2006/relationships/slide" Target="/ppt/slides/slide9.xml" Id="Ra0face39a2954e4a" /><Relationship Type="http://schemas.openxmlformats.org/officeDocument/2006/relationships/slide" Target="/ppt/slides/slide10.xml" Id="R577aed968db844d2" /><Relationship Type="http://schemas.openxmlformats.org/officeDocument/2006/relationships/slide" Target="/ppt/slides/slide11.xml" Id="R578bc7ea0e2d48cc" /><Relationship Type="http://schemas.openxmlformats.org/officeDocument/2006/relationships/slide" Target="/ppt/slides/slide12.xml" Id="Rc2e93e829b73479b" /><Relationship Type="http://schemas.openxmlformats.org/officeDocument/2006/relationships/slide" Target="/ppt/slides/slide13.xml" Id="R6d20483a6a0744b3" /><Relationship Type="http://schemas.openxmlformats.org/officeDocument/2006/relationships/slide" Target="/ppt/slides/slide14.xml" Id="R5561925c540a4fe4" /><Relationship Type="http://schemas.openxmlformats.org/officeDocument/2006/relationships/slide" Target="/ppt/slides/slide15.xml" Id="R1b9b210467104561" /><Relationship Type="http://schemas.openxmlformats.org/officeDocument/2006/relationships/slide" Target="/ppt/slides/slide16.xml" Id="Rcd45813b3d824b7d" /><Relationship Type="http://schemas.openxmlformats.org/officeDocument/2006/relationships/slide" Target="/ppt/slides/slide17.xml" Id="Rdf1c9c3d53b64cef" /><Relationship Type="http://schemas.openxmlformats.org/officeDocument/2006/relationships/slide" Target="/ppt/slides/slide18.xml" Id="R6b513dd20a8745c2" /><Relationship Type="http://schemas.openxmlformats.org/officeDocument/2006/relationships/slide" Target="/ppt/slides/slide19.xml" Id="Rd7167d755747416e" /><Relationship Type="http://schemas.openxmlformats.org/officeDocument/2006/relationships/slide" Target="/ppt/slides/slide20.xml" Id="R914471987a2e44a2" /><Relationship Type="http://schemas.openxmlformats.org/officeDocument/2006/relationships/slide" Target="/ppt/slides/slide21.xml" Id="Ra8195291a8f941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46242cdc8bd43b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dd43bc320f430e" /><Relationship Type="http://schemas.openxmlformats.org/officeDocument/2006/relationships/notesMaster" Target="/ppt/notesMasters/notesMaster1.xml" Id="R490e8cae21084b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f4ca08d91e4afa" /><Relationship Type="http://schemas.openxmlformats.org/officeDocument/2006/relationships/notesMaster" Target="/ppt/notesMasters/notesMaster1.xml" Id="Radab4178239b42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452541d3a34d5c" /><Relationship Type="http://schemas.openxmlformats.org/officeDocument/2006/relationships/notesMaster" Target="/ppt/notesMasters/notesMaster1.xml" Id="R55e13f9dd18d4ca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9d53a8d74543e6" /><Relationship Type="http://schemas.openxmlformats.org/officeDocument/2006/relationships/notesMaster" Target="/ppt/notesMasters/notesMaster1.xml" Id="R44aa7e41b9ff401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cf55ee25d94a31" /><Relationship Type="http://schemas.openxmlformats.org/officeDocument/2006/relationships/notesMaster" Target="/ppt/notesMasters/notesMaster1.xml" Id="R236d49f6d5f3409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a6573c9a5e74c69" /><Relationship Type="http://schemas.openxmlformats.org/officeDocument/2006/relationships/notesMaster" Target="/ppt/notesMasters/notesMaster1.xml" Id="R0feb7835b1b648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a79dccff1c44c7" /><Relationship Type="http://schemas.openxmlformats.org/officeDocument/2006/relationships/notesMaster" Target="/ppt/notesMasters/notesMaster1.xml" Id="Re63d6bca8dfe40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bb3b4cbc8fa4b5c" /><Relationship Type="http://schemas.openxmlformats.org/officeDocument/2006/relationships/notesMaster" Target="/ppt/notesMasters/notesMaster1.xml" Id="R26a1846e34e747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544619b08684cdb" /><Relationship Type="http://schemas.openxmlformats.org/officeDocument/2006/relationships/notesMaster" Target="/ppt/notesMasters/notesMaster1.xml" Id="Ree1e411faea34bc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8345e450d694cf6" /><Relationship Type="http://schemas.openxmlformats.org/officeDocument/2006/relationships/notesMaster" Target="/ppt/notesMasters/notesMaster1.xml" Id="Raa1db3b5f60242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8fa058b403b4c47" /><Relationship Type="http://schemas.openxmlformats.org/officeDocument/2006/relationships/notesMaster" Target="/ppt/notesMasters/notesMaster1.xml" Id="Ree3f64f52841479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54b96c6a6ca41cc" /><Relationship Type="http://schemas.openxmlformats.org/officeDocument/2006/relationships/notesMaster" Target="/ppt/notesMasters/notesMaster1.xml" Id="R3db2dddcc1874b2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50e056eb21457d" /><Relationship Type="http://schemas.openxmlformats.org/officeDocument/2006/relationships/notesMaster" Target="/ppt/notesMasters/notesMaster1.xml" Id="R39baa6adbe3a41a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1a9d97b33e948c7" /><Relationship Type="http://schemas.openxmlformats.org/officeDocument/2006/relationships/notesMaster" Target="/ppt/notesMasters/notesMaster1.xml" Id="Rfdb8a402c72543e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e616c191fee4fba" /><Relationship Type="http://schemas.openxmlformats.org/officeDocument/2006/relationships/notesMaster" Target="/ppt/notesMasters/notesMaster1.xml" Id="R90ee59dcbd8d472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4b52f786a8f40cc" /><Relationship Type="http://schemas.openxmlformats.org/officeDocument/2006/relationships/notesMaster" Target="/ppt/notesMasters/notesMaster1.xml" Id="Rf64fc26d94484e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82cbad98be4ea8" /><Relationship Type="http://schemas.openxmlformats.org/officeDocument/2006/relationships/notesMaster" Target="/ppt/notesMasters/notesMaster1.xml" Id="Rde9081f24dc24a6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33aabab94cc4f6f" /><Relationship Type="http://schemas.openxmlformats.org/officeDocument/2006/relationships/notesMaster" Target="/ppt/notesMasters/notesMaster1.xml" Id="R5685bc0c21c34d5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0f76c74868b4c0a" /><Relationship Type="http://schemas.openxmlformats.org/officeDocument/2006/relationships/notesMaster" Target="/ppt/notesMasters/notesMaster1.xml" Id="R4ba5cd9c6b364e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7cdca647c014441" /><Relationship Type="http://schemas.openxmlformats.org/officeDocument/2006/relationships/notesMaster" Target="/ppt/notesMasters/notesMaster1.xml" Id="R63adf2f042f54c9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d9d2136adf342c3" /><Relationship Type="http://schemas.openxmlformats.org/officeDocument/2006/relationships/notesMaster" Target="/ppt/notesMasters/notesMaster1.xml" Id="R3e6ad9882a7e44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a1ee6e27f4c3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16485428cf439b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9386a0940f343a0" /><Relationship Type="http://schemas.openxmlformats.org/officeDocument/2006/relationships/slideLayout" Target="/ppt/slideLayouts/slideLayout1.xml" Id="Ra9a45fd0d9534a68" /><Relationship Type="http://schemas.openxmlformats.org/officeDocument/2006/relationships/slideLayout" Target="/ppt/slideLayouts/slideLayout2.xml" Id="Rb58c2d66f689407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a45fd0d9534a68"/>
    <p:sldLayoutId xmlns:r="http://schemas.openxmlformats.org/officeDocument/2006/relationships" id="2147483650" r:id="Rb58c2d66f6894075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b1b4a9aa044230" /><Relationship Type="http://schemas.openxmlformats.org/officeDocument/2006/relationships/image" Target="/ppt/media/image.png" Id="R5175e113d1094a7b" /><Relationship Type="http://schemas.openxmlformats.org/officeDocument/2006/relationships/image" Target="/ppt/media/image2.png" Id="R9f5f667041404a6f" /><Relationship Type="http://schemas.openxmlformats.org/officeDocument/2006/relationships/notesSlide" Target="/ppt/notesSlides/notesSlide1.xml" Id="R3ac56f5efc9e437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9ae0276bcc843f2" /><Relationship Type="http://schemas.openxmlformats.org/officeDocument/2006/relationships/image" Target="/ppt/media/image2.png" Id="Rc7dd2a0f8bd9401d" /><Relationship Type="http://schemas.openxmlformats.org/officeDocument/2006/relationships/notesSlide" Target="/ppt/notesSlides/notesSlide2.xml" Id="R62ffcd8c3b0a47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6f36b6d011400a" /><Relationship Type="http://schemas.openxmlformats.org/officeDocument/2006/relationships/image" Target="/ppt/media/image2.png" Id="R0efaecda3ff14579" /><Relationship Type="http://schemas.openxmlformats.org/officeDocument/2006/relationships/notesSlide" Target="/ppt/notesSlides/notesSlide3.xml" Id="R384823f5a015469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29e9f7a55514ef9" /><Relationship Type="http://schemas.openxmlformats.org/officeDocument/2006/relationships/image" Target="/ppt/media/image2.png" Id="R48e2fdec35d14057" /><Relationship Type="http://schemas.openxmlformats.org/officeDocument/2006/relationships/notesSlide" Target="/ppt/notesSlides/notesSlide4.xml" Id="R8945ac24499e4cd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3a21cbe548a4e90" /><Relationship Type="http://schemas.openxmlformats.org/officeDocument/2006/relationships/image" Target="/ppt/media/image2.png" Id="Rfb67f49216784b70" /><Relationship Type="http://schemas.openxmlformats.org/officeDocument/2006/relationships/notesSlide" Target="/ppt/notesSlides/notesSlide5.xml" Id="R5424fe1e87594a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e2a62b160445f9" /><Relationship Type="http://schemas.openxmlformats.org/officeDocument/2006/relationships/image" Target="/ppt/media/image2.png" Id="Re10bb843fdbb4319" /><Relationship Type="http://schemas.openxmlformats.org/officeDocument/2006/relationships/notesSlide" Target="/ppt/notesSlides/notesSlide6.xml" Id="Re09e1b80011445e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991dbff5bbf4907" /><Relationship Type="http://schemas.openxmlformats.org/officeDocument/2006/relationships/image" Target="/ppt/media/image2.png" Id="R7b8fda24bab34e87" /><Relationship Type="http://schemas.openxmlformats.org/officeDocument/2006/relationships/notesSlide" Target="/ppt/notesSlides/notesSlide7.xml" Id="Rd60cfc7b14684d0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d3e5c1886249d3" /><Relationship Type="http://schemas.openxmlformats.org/officeDocument/2006/relationships/image" Target="/ppt/media/image2.png" Id="R5276c265fe464681" /><Relationship Type="http://schemas.openxmlformats.org/officeDocument/2006/relationships/notesSlide" Target="/ppt/notesSlides/notesSlide8.xml" Id="R69d51e11f563473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f8d9bcda234765" /><Relationship Type="http://schemas.openxmlformats.org/officeDocument/2006/relationships/image" Target="/ppt/media/image2.png" Id="R527cd2aef5894fe4" /><Relationship Type="http://schemas.openxmlformats.org/officeDocument/2006/relationships/notesSlide" Target="/ppt/notesSlides/notesSlide9.xml" Id="Re66392fc32f747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eabb521b0204f30" /><Relationship Type="http://schemas.openxmlformats.org/officeDocument/2006/relationships/image" Target="/ppt/media/image2.png" Id="R10faa056941748ab" /><Relationship Type="http://schemas.openxmlformats.org/officeDocument/2006/relationships/notesSlide" Target="/ppt/notesSlides/notesSlide10.xml" Id="R6c59a3bd48ae494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d45b25611b24034" /><Relationship Type="http://schemas.openxmlformats.org/officeDocument/2006/relationships/image" Target="/ppt/media/image2.png" Id="Rf18857a410244a45" /><Relationship Type="http://schemas.openxmlformats.org/officeDocument/2006/relationships/notesSlide" Target="/ppt/notesSlides/notesSlide11.xml" Id="R81a9d3e7d06e4fd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3d0ad857c04616" /><Relationship Type="http://schemas.openxmlformats.org/officeDocument/2006/relationships/image" Target="/ppt/media/image2.png" Id="Rb140182fa51d465c" /><Relationship Type="http://schemas.openxmlformats.org/officeDocument/2006/relationships/notesSlide" Target="/ppt/notesSlides/notesSlide12.xml" Id="R8db992ecd6924c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5983ccba8e4d53" /><Relationship Type="http://schemas.openxmlformats.org/officeDocument/2006/relationships/image" Target="/ppt/media/image2.png" Id="R2b652dbb07774d02" /><Relationship Type="http://schemas.openxmlformats.org/officeDocument/2006/relationships/notesSlide" Target="/ppt/notesSlides/notesSlide13.xml" Id="Rdf0deafae74c43c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4a12fe4bee143bd" /><Relationship Type="http://schemas.openxmlformats.org/officeDocument/2006/relationships/image" Target="/ppt/media/image2.png" Id="R72201bd2db2b4d6a" /><Relationship Type="http://schemas.openxmlformats.org/officeDocument/2006/relationships/notesSlide" Target="/ppt/notesSlides/notesSlide14.xml" Id="Rfcd13a7669e14b3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471a6ac35f4f88" /><Relationship Type="http://schemas.openxmlformats.org/officeDocument/2006/relationships/image" Target="/ppt/media/image2.png" Id="R0736d5021e6a4b60" /><Relationship Type="http://schemas.openxmlformats.org/officeDocument/2006/relationships/notesSlide" Target="/ppt/notesSlides/notesSlide15.xml" Id="R53c0140be8234c4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8bb5dafce1949d4" /><Relationship Type="http://schemas.openxmlformats.org/officeDocument/2006/relationships/image" Target="/ppt/media/image2.png" Id="Rc95a882e580a40a9" /><Relationship Type="http://schemas.openxmlformats.org/officeDocument/2006/relationships/notesSlide" Target="/ppt/notesSlides/notesSlide16.xml" Id="Refa2bc9b442f48a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0be837632c94320" /><Relationship Type="http://schemas.openxmlformats.org/officeDocument/2006/relationships/image" Target="/ppt/media/image2.png" Id="R09e748e012ba4865" /><Relationship Type="http://schemas.openxmlformats.org/officeDocument/2006/relationships/notesSlide" Target="/ppt/notesSlides/notesSlide17.xml" Id="Rcd4f7344e89a405d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83932362bf242cb" /><Relationship Type="http://schemas.openxmlformats.org/officeDocument/2006/relationships/image" Target="/ppt/media/image2.png" Id="Rb351aa601bb44094" /><Relationship Type="http://schemas.openxmlformats.org/officeDocument/2006/relationships/notesSlide" Target="/ppt/notesSlides/notesSlide18.xml" Id="R6fd9540ebbb04e80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50325a5257c443e" /><Relationship Type="http://schemas.openxmlformats.org/officeDocument/2006/relationships/image" Target="/ppt/media/image2.png" Id="R4ca2eb53b6cd4142" /><Relationship Type="http://schemas.openxmlformats.org/officeDocument/2006/relationships/notesSlide" Target="/ppt/notesSlides/notesSlide19.xml" Id="R4b5a7b29c68c489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4c8a727c8d41ed" /><Relationship Type="http://schemas.openxmlformats.org/officeDocument/2006/relationships/image" Target="/ppt/media/image2.png" Id="R653617e21b82447f" /><Relationship Type="http://schemas.openxmlformats.org/officeDocument/2006/relationships/notesSlide" Target="/ppt/notesSlides/notesSlide20.xml" Id="R8f54643d7fcc463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1b648ea90d54a9d" /><Relationship Type="http://schemas.openxmlformats.org/officeDocument/2006/relationships/image" Target="/ppt/media/image.png" Id="R0aa940881a9d424b" /><Relationship Type="http://schemas.openxmlformats.org/officeDocument/2006/relationships/image" Target="/ppt/media/image2.png" Id="R83b5c47de5824a61" /><Relationship Type="http://schemas.openxmlformats.org/officeDocument/2006/relationships/notesSlide" Target="/ppt/notesSlides/notesSlide21.xml" Id="Rdda014da149e443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75e113d1094a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5f667041404a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28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Penambangan Data dan</a:t>
            </a:r>
          </a:p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Kecerdasan Buatan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Anindya Apriliyanti Pravitasari, M.Si.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Penambangan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dd2a0f8bd9401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Data Mining &amp; AI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Data Mining &amp; AI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705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Bahan ajar ini disusun sebagai modul pembelajaran komprehensif untuk mata kuliah Penambangan Data dan Kecerdasan Buatan pada Program Studi S2 Statistika Terapan, FMIPA…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penambangan data dan kecerdasan buatan dan data…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klastering dan segmentasi pada data dan persoalan terapan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Bisnis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Media sosial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Kesehatan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Industri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Pemerintahan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Sains data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faecda3ff145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Data Mining &amp; AI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penambangan data dan kecerdasan buatan dan data mining dalam statistika…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klastering dan segmentasi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e2fdec35d1405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Data Mining &amp; AI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Dasar Data Mining, Competitive, Metodologi, Fungsi Utama Data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Evaluasi Model dan, Decision Tree, Klastering dan, Sintesis Pra-UTS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Pengenalan Machine, Artificial Neural, Support Vector, Komparasi ANN dan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Text Mining, Topic Modeling, Data Mining Patent, UAS, Portofolio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67f49216784b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Data Mining &amp; AI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Data Mining &amp; AI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bb843fdbb43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8fda24bab34e8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Dasar Data Mining, Competitive, Metodologi, Fungsi Utama Data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Data Mining &amp; AI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Konsep Dasar Data Mining dalam…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Competitive Intelligence dan…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Metodologi Penambangan Data dan…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Dasar Data Mining dalam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Competitive Intelligence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Metodologi Penambangan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Fungsi Utama Data Mining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Evaluasi Model dan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6c265fe4646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Metodologi, Fungsi Utama Data, Evaluasi Model dan, Decision Tree, Klastering dan, Sintesis…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Data Mining &amp; AI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Metodologi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Mahasiswa tidak cukup hanya menyebutkan…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Fungsi Utama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Mahasiswa tidak cukup hanya menyebutkan…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62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Evaluasi Model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Mahasiswa tidak cukup hanya menyebutkan…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Decision Tree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Mahasiswa tidak cukup hanya menyebutkan…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Klastering dan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Mahasiswa tidak cukup hanya menyebutkan…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Sintesis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Mahasiswa tidak cukup hanya menyebutkan…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Completeness = 1 - (\#Missing)/(n p)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H(S)=-Σ_k=1^Kp_k_2(p_k)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7cd2aef5894f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Data Mining &amp; AI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F_1 = 2(Precision Recall)/(Precision+Recall)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Evaluasi Model dan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Mahasiswa tidak…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Decision Tree, Naive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Mahasiswa tidak…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Klastering dan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Mahasiswa tidak…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Sintesis Pra-UTS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Mahasiswa tidak…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Pengenalan Machine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Mahasiswa tidak…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aa056941748a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Data Mining &amp; AI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Skor\;Akhir = w_1\,Performa + w_2\,Interpretabilitas + w_3\,Kelayakan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8857a410244a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40182fa51d46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Data Mining &amp; AI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652dbb07774d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Pengenalan Machine, Artificial Neural, Support Vector, Komparasi ANN dan, Text Mining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Data Mining &amp; AI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Generalization\;Error = Bias^2 + Variance + Noise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_w,b,\;(1)/(2)\|w\|^2+CΣ_i=1^n_i s.t. y_i(w^Tx_i+b) 1-_i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TFIDF(t,d)=TF(t,d)((N)/(DF(t)))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Pengenalan Machine Learning dalam Data…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Artificial Neural Network: Representasi…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Support Vector Machine: Margin, Kernel…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Komparasi ANN dan SVM serta…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Dasar Text Mining: Representasi Teks dan…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201bd2db2b4d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Data Mining &amp; AI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36d5021e6a4b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Data Mining &amp; AI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Artificial Neural Network…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Support Vector Machine: Margin…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Komparasi ANN dan SVM serta…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Dasar Text Mining: Representasi Teks…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Topic Modeling, Sentiment Analysis…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Data Mining Patent dan Competitive…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5a882e580a40a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e748e012ba48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Data Mining &amp; AI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51aa601bb4409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Data Mining &amp; AI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Support Vector Machine: Margin…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Komparasi ANN dan SVM serta…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Dasar Text Mining: Representasi…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Topic Modeling, Sentiment…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Data Mining Patent dan Competitive…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UAS, Portofolio Proyek, Etika, dan…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a2eb53b6cd41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Data Mining &amp; AI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Konsep Dasar Data Mining…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Competitive Intelligence…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Evaluasi Model dan…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Sintesis Pra-UTS…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Artificial Neural Network…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Data Mining Patent dan…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3617e21b8244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Data Mining &amp; AI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Apa tujuan…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tujuan keputusan yang…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Apakah data…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Apakah data yang digunakan…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Bagaimana hasil…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hasil berubah jika…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Apakah model…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Apakah model lebih berguna…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Apa bentuk…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bentuk validasi tambahan…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a940881a9d424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b5c47de5824a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Data Mining &amp; AI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Penambangan Data Kecerdasan Buatan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2026-07-26T23:34:26.4490000Z</dcterms:created>
  <dcterms:modified xsi:type="dcterms:W3CDTF">2026-07-26T23:34:26.4490000Z</dcterms:modified>
</coreProperties>
</file>